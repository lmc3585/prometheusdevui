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84" r:id="rId2"/>
    <p:sldId id="282" r:id="rId3"/>
    <p:sldId id="287" r:id="rId4"/>
    <p:sldId id="291" r:id="rId5"/>
    <p:sldId id="289" r:id="rId6"/>
    <p:sldId id="292" r:id="rId7"/>
    <p:sldId id="290" r:id="rId8"/>
    <p:sldId id="279" r:id="rId9"/>
    <p:sldId id="280" r:id="rId10"/>
    <p:sldId id="27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B85410"/>
    <a:srgbClr val="74350A"/>
    <a:srgbClr val="FF6600"/>
    <a:srgbClr val="4A2206"/>
    <a:srgbClr val="FCE9DC"/>
    <a:srgbClr val="91420D"/>
    <a:srgbClr val="D65700"/>
    <a:srgbClr val="957D3B"/>
    <a:srgbClr val="763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F59F78-9CDD-41BD-B9F6-A9259CBE90A5}" v="264" dt="2025-12-12T00:51:02.1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23" autoAdjust="0"/>
    <p:restoredTop sz="94660"/>
  </p:normalViewPr>
  <p:slideViewPr>
    <p:cSldViewPr snapToGrid="0">
      <p:cViewPr varScale="1">
        <p:scale>
          <a:sx n="72" d="100"/>
          <a:sy n="72" d="100"/>
        </p:scale>
        <p:origin x="1253" y="28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Dodds" userId="80d5a6ea92063750" providerId="LiveId" clId="{614D3421-716A-4CB0-994B-C24DF82A0F6F}"/>
    <pc:docChg chg="undo custSel addSld delSld modSld sldOrd">
      <pc:chgData name="Matthew Dodds" userId="80d5a6ea92063750" providerId="LiveId" clId="{614D3421-716A-4CB0-994B-C24DF82A0F6F}" dt="2025-12-12T01:04:55.840" v="5920" actId="207"/>
      <pc:docMkLst>
        <pc:docMk/>
      </pc:docMkLst>
      <pc:sldChg chg="del">
        <pc:chgData name="Matthew Dodds" userId="80d5a6ea92063750" providerId="LiveId" clId="{614D3421-716A-4CB0-994B-C24DF82A0F6F}" dt="2025-12-11T11:49:53.723" v="556" actId="47"/>
        <pc:sldMkLst>
          <pc:docMk/>
          <pc:sldMk cId="609062764" sldId="274"/>
        </pc:sldMkLst>
      </pc:sldChg>
      <pc:sldChg chg="addSp delSp modSp mod ord">
        <pc:chgData name="Matthew Dodds" userId="80d5a6ea92063750" providerId="LiveId" clId="{614D3421-716A-4CB0-994B-C24DF82A0F6F}" dt="2025-12-12T01:01:05.009" v="5918"/>
        <pc:sldMkLst>
          <pc:docMk/>
          <pc:sldMk cId="4164517435" sldId="275"/>
        </pc:sldMkLst>
        <pc:spChg chg="mod">
          <ac:chgData name="Matthew Dodds" userId="80d5a6ea92063750" providerId="LiveId" clId="{614D3421-716A-4CB0-994B-C24DF82A0F6F}" dt="2025-12-11T18:39:29.193" v="4264"/>
          <ac:spMkLst>
            <pc:docMk/>
            <pc:sldMk cId="4164517435" sldId="275"/>
            <ac:spMk id="29" creationId="{2B308D5E-5118-2BA8-0428-54F5AA2D28F8}"/>
          </ac:spMkLst>
        </pc:spChg>
        <pc:grpChg chg="del mod">
          <ac:chgData name="Matthew Dodds" userId="80d5a6ea92063750" providerId="LiveId" clId="{614D3421-716A-4CB0-994B-C24DF82A0F6F}" dt="2025-12-11T18:39:28.003" v="4263" actId="478"/>
          <ac:grpSpMkLst>
            <pc:docMk/>
            <pc:sldMk cId="4164517435" sldId="275"/>
            <ac:grpSpMk id="14" creationId="{8C46B815-0B03-6C89-DAB0-79B76DFDBBFE}"/>
          </ac:grpSpMkLst>
        </pc:grpChg>
        <pc:grpChg chg="add mod">
          <ac:chgData name="Matthew Dodds" userId="80d5a6ea92063750" providerId="LiveId" clId="{614D3421-716A-4CB0-994B-C24DF82A0F6F}" dt="2025-12-11T18:39:33.662" v="4265" actId="1076"/>
          <ac:grpSpMkLst>
            <pc:docMk/>
            <pc:sldMk cId="4164517435" sldId="275"/>
            <ac:grpSpMk id="27" creationId="{03C817C6-B710-9E54-B52E-E450F2026C59}"/>
          </ac:grpSpMkLst>
        </pc:grpChg>
        <pc:picChg chg="mod">
          <ac:chgData name="Matthew Dodds" userId="80d5a6ea92063750" providerId="LiveId" clId="{614D3421-716A-4CB0-994B-C24DF82A0F6F}" dt="2025-12-11T18:39:29.193" v="4264"/>
          <ac:picMkLst>
            <pc:docMk/>
            <pc:sldMk cId="4164517435" sldId="275"/>
            <ac:picMk id="28" creationId="{0E7C5F2D-474D-4657-FECE-283520BB8421}"/>
          </ac:picMkLst>
        </pc:picChg>
      </pc:sldChg>
      <pc:sldChg chg="del">
        <pc:chgData name="Matthew Dodds" userId="80d5a6ea92063750" providerId="LiveId" clId="{614D3421-716A-4CB0-994B-C24DF82A0F6F}" dt="2025-12-11T23:04:33.316" v="5904" actId="47"/>
        <pc:sldMkLst>
          <pc:docMk/>
          <pc:sldMk cId="1268873129" sldId="277"/>
        </pc:sldMkLst>
      </pc:sldChg>
      <pc:sldChg chg="del">
        <pc:chgData name="Matthew Dodds" userId="80d5a6ea92063750" providerId="LiveId" clId="{614D3421-716A-4CB0-994B-C24DF82A0F6F}" dt="2025-12-12T00:49:37.573" v="5906" actId="47"/>
        <pc:sldMkLst>
          <pc:docMk/>
          <pc:sldMk cId="2371583876" sldId="278"/>
        </pc:sldMkLst>
      </pc:sldChg>
      <pc:sldChg chg="addSp delSp modSp mod">
        <pc:chgData name="Matthew Dodds" userId="80d5a6ea92063750" providerId="LiveId" clId="{614D3421-716A-4CB0-994B-C24DF82A0F6F}" dt="2025-12-12T00:50:27.346" v="5910"/>
        <pc:sldMkLst>
          <pc:docMk/>
          <pc:sldMk cId="3480445554" sldId="279"/>
        </pc:sldMkLst>
        <pc:spChg chg="del">
          <ac:chgData name="Matthew Dodds" userId="80d5a6ea92063750" providerId="LiveId" clId="{614D3421-716A-4CB0-994B-C24DF82A0F6F}" dt="2025-12-12T00:50:00.606" v="5907" actId="478"/>
          <ac:spMkLst>
            <pc:docMk/>
            <pc:sldMk cId="3480445554" sldId="279"/>
            <ac:spMk id="2" creationId="{09A58686-9153-95AC-6E44-55EC6B87FD3E}"/>
          </ac:spMkLst>
        </pc:spChg>
        <pc:spChg chg="del">
          <ac:chgData name="Matthew Dodds" userId="80d5a6ea92063750" providerId="LiveId" clId="{614D3421-716A-4CB0-994B-C24DF82A0F6F}" dt="2025-12-12T00:50:00.606" v="5907" actId="478"/>
          <ac:spMkLst>
            <pc:docMk/>
            <pc:sldMk cId="3480445554" sldId="279"/>
            <ac:spMk id="4" creationId="{AB3DD453-D2C7-5165-758F-1848FBE4DCAE}"/>
          </ac:spMkLst>
        </pc:spChg>
        <pc:spChg chg="del">
          <ac:chgData name="Matthew Dodds" userId="80d5a6ea92063750" providerId="LiveId" clId="{614D3421-716A-4CB0-994B-C24DF82A0F6F}" dt="2025-12-12T00:50:00.606" v="5907" actId="478"/>
          <ac:spMkLst>
            <pc:docMk/>
            <pc:sldMk cId="3480445554" sldId="279"/>
            <ac:spMk id="6" creationId="{3F396084-D424-ACEE-70F2-EA806417E8DF}"/>
          </ac:spMkLst>
        </pc:spChg>
        <pc:spChg chg="del">
          <ac:chgData name="Matthew Dodds" userId="80d5a6ea92063750" providerId="LiveId" clId="{614D3421-716A-4CB0-994B-C24DF82A0F6F}" dt="2025-12-12T00:50:00.606" v="5907" actId="478"/>
          <ac:spMkLst>
            <pc:docMk/>
            <pc:sldMk cId="3480445554" sldId="279"/>
            <ac:spMk id="7" creationId="{FEAC8DC3-DA49-875D-43C5-811FFD832E17}"/>
          </ac:spMkLst>
        </pc:spChg>
        <pc:spChg chg="add mod">
          <ac:chgData name="Matthew Dodds" userId="80d5a6ea92063750" providerId="LiveId" clId="{614D3421-716A-4CB0-994B-C24DF82A0F6F}" dt="2025-12-12T00:50:12.485" v="5908"/>
          <ac:spMkLst>
            <pc:docMk/>
            <pc:sldMk cId="3480445554" sldId="279"/>
            <ac:spMk id="75" creationId="{7EED319A-3AEE-92FB-7329-B633C2D54866}"/>
          </ac:spMkLst>
        </pc:spChg>
        <pc:spChg chg="mod">
          <ac:chgData name="Matthew Dodds" userId="80d5a6ea92063750" providerId="LiveId" clId="{614D3421-716A-4CB0-994B-C24DF82A0F6F}" dt="2025-12-12T00:50:12.485" v="5908"/>
          <ac:spMkLst>
            <pc:docMk/>
            <pc:sldMk cId="3480445554" sldId="279"/>
            <ac:spMk id="83" creationId="{04345985-FC4D-A746-E068-56C206F86D1B}"/>
          </ac:spMkLst>
        </pc:spChg>
        <pc:spChg chg="add mod">
          <ac:chgData name="Matthew Dodds" userId="80d5a6ea92063750" providerId="LiveId" clId="{614D3421-716A-4CB0-994B-C24DF82A0F6F}" dt="2025-12-12T00:50:12.485" v="5908"/>
          <ac:spMkLst>
            <pc:docMk/>
            <pc:sldMk cId="3480445554" sldId="279"/>
            <ac:spMk id="95" creationId="{94255F53-FDF4-8E48-5C8F-4BCCD02FDF0E}"/>
          </ac:spMkLst>
        </pc:spChg>
        <pc:spChg chg="add mod">
          <ac:chgData name="Matthew Dodds" userId="80d5a6ea92063750" providerId="LiveId" clId="{614D3421-716A-4CB0-994B-C24DF82A0F6F}" dt="2025-12-12T00:50:27.346" v="5910"/>
          <ac:spMkLst>
            <pc:docMk/>
            <pc:sldMk cId="3480445554" sldId="279"/>
            <ac:spMk id="98" creationId="{4AF95A49-DE90-CA3A-D99D-B0173E54C312}"/>
          </ac:spMkLst>
        </pc:spChg>
        <pc:grpChg chg="add mod">
          <ac:chgData name="Matthew Dodds" userId="80d5a6ea92063750" providerId="LiveId" clId="{614D3421-716A-4CB0-994B-C24DF82A0F6F}" dt="2025-12-12T00:50:12.485" v="5908"/>
          <ac:grpSpMkLst>
            <pc:docMk/>
            <pc:sldMk cId="3480445554" sldId="279"/>
            <ac:grpSpMk id="78" creationId="{EEBB818A-9A5D-BEF9-6290-323C0941ABDC}"/>
          </ac:grpSpMkLst>
        </pc:grpChg>
        <pc:picChg chg="mod">
          <ac:chgData name="Matthew Dodds" userId="80d5a6ea92063750" providerId="LiveId" clId="{614D3421-716A-4CB0-994B-C24DF82A0F6F}" dt="2025-12-12T00:50:12.485" v="5908"/>
          <ac:picMkLst>
            <pc:docMk/>
            <pc:sldMk cId="3480445554" sldId="279"/>
            <ac:picMk id="81" creationId="{467CA5BD-C45D-D105-FC1E-8E244238D2C4}"/>
          </ac:picMkLst>
        </pc:picChg>
        <pc:cxnChg chg="del">
          <ac:chgData name="Matthew Dodds" userId="80d5a6ea92063750" providerId="LiveId" clId="{614D3421-716A-4CB0-994B-C24DF82A0F6F}" dt="2025-12-12T00:50:00.606" v="5907" actId="478"/>
          <ac:cxnSpMkLst>
            <pc:docMk/>
            <pc:sldMk cId="3480445554" sldId="279"/>
            <ac:cxnSpMk id="40" creationId="{16E76BA5-A1C8-6EB6-5389-38B1BB913885}"/>
          </ac:cxnSpMkLst>
        </pc:cxnChg>
        <pc:cxnChg chg="add mod">
          <ac:chgData name="Matthew Dodds" userId="80d5a6ea92063750" providerId="LiveId" clId="{614D3421-716A-4CB0-994B-C24DF82A0F6F}" dt="2025-12-12T00:50:20.181" v="5909"/>
          <ac:cxnSpMkLst>
            <pc:docMk/>
            <pc:sldMk cId="3480445554" sldId="279"/>
            <ac:cxnSpMk id="97" creationId="{34738CE7-DBCB-918F-E8B7-CCFC5C26D844}"/>
          </ac:cxnSpMkLst>
        </pc:cxnChg>
      </pc:sldChg>
      <pc:sldChg chg="addSp delSp modSp mod">
        <pc:chgData name="Matthew Dodds" userId="80d5a6ea92063750" providerId="LiveId" clId="{614D3421-716A-4CB0-994B-C24DF82A0F6F}" dt="2025-12-12T00:51:02.141" v="5914"/>
        <pc:sldMkLst>
          <pc:docMk/>
          <pc:sldMk cId="3449670256" sldId="280"/>
        </pc:sldMkLst>
        <pc:spChg chg="del">
          <ac:chgData name="Matthew Dodds" userId="80d5a6ea92063750" providerId="LiveId" clId="{614D3421-716A-4CB0-994B-C24DF82A0F6F}" dt="2025-12-12T00:50:35.312" v="5911" actId="478"/>
          <ac:spMkLst>
            <pc:docMk/>
            <pc:sldMk cId="3449670256" sldId="280"/>
            <ac:spMk id="2" creationId="{4A595E65-06CA-C956-3757-C9A784FF58A7}"/>
          </ac:spMkLst>
        </pc:spChg>
        <pc:spChg chg="del">
          <ac:chgData name="Matthew Dodds" userId="80d5a6ea92063750" providerId="LiveId" clId="{614D3421-716A-4CB0-994B-C24DF82A0F6F}" dt="2025-12-12T00:50:35.312" v="5911" actId="478"/>
          <ac:spMkLst>
            <pc:docMk/>
            <pc:sldMk cId="3449670256" sldId="280"/>
            <ac:spMk id="4" creationId="{D2D4DBEE-5EA8-CDD2-3ADA-DF54648D5325}"/>
          </ac:spMkLst>
        </pc:spChg>
        <pc:spChg chg="del">
          <ac:chgData name="Matthew Dodds" userId="80d5a6ea92063750" providerId="LiveId" clId="{614D3421-716A-4CB0-994B-C24DF82A0F6F}" dt="2025-12-12T00:50:35.312" v="5911" actId="478"/>
          <ac:spMkLst>
            <pc:docMk/>
            <pc:sldMk cId="3449670256" sldId="280"/>
            <ac:spMk id="6" creationId="{E6E69F58-2DF7-96F8-CE3B-EC793807F229}"/>
          </ac:spMkLst>
        </pc:spChg>
        <pc:spChg chg="del">
          <ac:chgData name="Matthew Dodds" userId="80d5a6ea92063750" providerId="LiveId" clId="{614D3421-716A-4CB0-994B-C24DF82A0F6F}" dt="2025-12-12T00:50:35.312" v="5911" actId="478"/>
          <ac:spMkLst>
            <pc:docMk/>
            <pc:sldMk cId="3449670256" sldId="280"/>
            <ac:spMk id="7" creationId="{98A1A3E0-E973-35FD-8C5F-5717E63CADD7}"/>
          </ac:spMkLst>
        </pc:spChg>
        <pc:spChg chg="add mod">
          <ac:chgData name="Matthew Dodds" userId="80d5a6ea92063750" providerId="LiveId" clId="{614D3421-716A-4CB0-994B-C24DF82A0F6F}" dt="2025-12-12T00:50:36.835" v="5912"/>
          <ac:spMkLst>
            <pc:docMk/>
            <pc:sldMk cId="3449670256" sldId="280"/>
            <ac:spMk id="12" creationId="{D4F586B1-7932-3E80-5EB5-86022265B825}"/>
          </ac:spMkLst>
        </pc:spChg>
        <pc:spChg chg="add mod">
          <ac:chgData name="Matthew Dodds" userId="80d5a6ea92063750" providerId="LiveId" clId="{614D3421-716A-4CB0-994B-C24DF82A0F6F}" dt="2025-12-12T00:50:52.637" v="5913"/>
          <ac:spMkLst>
            <pc:docMk/>
            <pc:sldMk cId="3449670256" sldId="280"/>
            <ac:spMk id="23" creationId="{B688867A-A409-5F03-F5C3-0A3C9E389531}"/>
          </ac:spMkLst>
        </pc:spChg>
        <pc:spChg chg="add mod">
          <ac:chgData name="Matthew Dodds" userId="80d5a6ea92063750" providerId="LiveId" clId="{614D3421-716A-4CB0-994B-C24DF82A0F6F}" dt="2025-12-12T00:50:52.637" v="5913"/>
          <ac:spMkLst>
            <pc:docMk/>
            <pc:sldMk cId="3449670256" sldId="280"/>
            <ac:spMk id="39" creationId="{22AEBFE1-8573-3E44-B70F-F1E0DFCF7358}"/>
          </ac:spMkLst>
        </pc:spChg>
        <pc:spChg chg="mod">
          <ac:chgData name="Matthew Dodds" userId="80d5a6ea92063750" providerId="LiveId" clId="{614D3421-716A-4CB0-994B-C24DF82A0F6F}" dt="2025-12-12T00:50:52.637" v="5913"/>
          <ac:spMkLst>
            <pc:docMk/>
            <pc:sldMk cId="3449670256" sldId="280"/>
            <ac:spMk id="43" creationId="{E99180BA-1E8C-257E-F08A-2EBD59B66764}"/>
          </ac:spMkLst>
        </pc:spChg>
        <pc:spChg chg="add mod">
          <ac:chgData name="Matthew Dodds" userId="80d5a6ea92063750" providerId="LiveId" clId="{614D3421-716A-4CB0-994B-C24DF82A0F6F}" dt="2025-12-12T00:50:52.637" v="5913"/>
          <ac:spMkLst>
            <pc:docMk/>
            <pc:sldMk cId="3449670256" sldId="280"/>
            <ac:spMk id="44" creationId="{9425CE87-2E00-20AF-5E79-D09DA0E2714F}"/>
          </ac:spMkLst>
        </pc:spChg>
        <pc:grpChg chg="add mod">
          <ac:chgData name="Matthew Dodds" userId="80d5a6ea92063750" providerId="LiveId" clId="{614D3421-716A-4CB0-994B-C24DF82A0F6F}" dt="2025-12-12T00:50:52.637" v="5913"/>
          <ac:grpSpMkLst>
            <pc:docMk/>
            <pc:sldMk cId="3449670256" sldId="280"/>
            <ac:grpSpMk id="41" creationId="{C57AC88A-7B9C-53BF-B16C-BF1B5E1EFDE3}"/>
          </ac:grpSpMkLst>
        </pc:grpChg>
        <pc:picChg chg="mod">
          <ac:chgData name="Matthew Dodds" userId="80d5a6ea92063750" providerId="LiveId" clId="{614D3421-716A-4CB0-994B-C24DF82A0F6F}" dt="2025-12-12T00:50:52.637" v="5913"/>
          <ac:picMkLst>
            <pc:docMk/>
            <pc:sldMk cId="3449670256" sldId="280"/>
            <ac:picMk id="42" creationId="{806B99BA-90DE-8755-1C45-B1B8A4E24B6F}"/>
          </ac:picMkLst>
        </pc:picChg>
        <pc:cxnChg chg="del">
          <ac:chgData name="Matthew Dodds" userId="80d5a6ea92063750" providerId="LiveId" clId="{614D3421-716A-4CB0-994B-C24DF82A0F6F}" dt="2025-12-12T00:50:35.312" v="5911" actId="478"/>
          <ac:cxnSpMkLst>
            <pc:docMk/>
            <pc:sldMk cId="3449670256" sldId="280"/>
            <ac:cxnSpMk id="40" creationId="{B6AD3295-5983-6D49-FF72-D12D7D80D312}"/>
          </ac:cxnSpMkLst>
        </pc:cxnChg>
        <pc:cxnChg chg="add mod">
          <ac:chgData name="Matthew Dodds" userId="80d5a6ea92063750" providerId="LiveId" clId="{614D3421-716A-4CB0-994B-C24DF82A0F6F}" dt="2025-12-12T00:51:02.141" v="5914"/>
          <ac:cxnSpMkLst>
            <pc:docMk/>
            <pc:sldMk cId="3449670256" sldId="280"/>
            <ac:cxnSpMk id="45" creationId="{445A6F6B-3EF0-1959-0312-D157E2751DE7}"/>
          </ac:cxnSpMkLst>
        </pc:cxnChg>
      </pc:sldChg>
      <pc:sldChg chg="del">
        <pc:chgData name="Matthew Dodds" userId="80d5a6ea92063750" providerId="LiveId" clId="{614D3421-716A-4CB0-994B-C24DF82A0F6F}" dt="2025-12-11T10:21:43.945" v="0" actId="47"/>
        <pc:sldMkLst>
          <pc:docMk/>
          <pc:sldMk cId="4264677433" sldId="281"/>
        </pc:sldMkLst>
      </pc:sldChg>
      <pc:sldChg chg="addSp delSp modSp mod">
        <pc:chgData name="Matthew Dodds" userId="80d5a6ea92063750" providerId="LiveId" clId="{614D3421-716A-4CB0-994B-C24DF82A0F6F}" dt="2025-12-11T18:40:35.982" v="4283" actId="1037"/>
        <pc:sldMkLst>
          <pc:docMk/>
          <pc:sldMk cId="3545230181" sldId="282"/>
        </pc:sldMkLst>
        <pc:spChg chg="mod">
          <ac:chgData name="Matthew Dodds" userId="80d5a6ea92063750" providerId="LiveId" clId="{614D3421-716A-4CB0-994B-C24DF82A0F6F}" dt="2025-12-11T10:25:35.560" v="77" actId="1036"/>
          <ac:spMkLst>
            <pc:docMk/>
            <pc:sldMk cId="3545230181" sldId="282"/>
            <ac:spMk id="2" creationId="{BC6A65DE-2125-7E2A-3A37-C80B57D38D4A}"/>
          </ac:spMkLst>
        </pc:spChg>
        <pc:spChg chg="del">
          <ac:chgData name="Matthew Dodds" userId="80d5a6ea92063750" providerId="LiveId" clId="{614D3421-716A-4CB0-994B-C24DF82A0F6F}" dt="2025-12-11T15:36:24.638" v="839" actId="478"/>
          <ac:spMkLst>
            <pc:docMk/>
            <pc:sldMk cId="3545230181" sldId="282"/>
            <ac:spMk id="6" creationId="{7A82BA84-7D4F-ECD7-BDB8-993EF659248B}"/>
          </ac:spMkLst>
        </pc:spChg>
        <pc:spChg chg="add del mod">
          <ac:chgData name="Matthew Dodds" userId="80d5a6ea92063750" providerId="LiveId" clId="{614D3421-716A-4CB0-994B-C24DF82A0F6F}" dt="2025-12-11T10:32:06.992" v="128" actId="478"/>
          <ac:spMkLst>
            <pc:docMk/>
            <pc:sldMk cId="3545230181" sldId="282"/>
            <ac:spMk id="9" creationId="{1ED1ED46-EF6C-308C-588D-CEA144592B6E}"/>
          </ac:spMkLst>
        </pc:spChg>
        <pc:spChg chg="add mod">
          <ac:chgData name="Matthew Dodds" userId="80d5a6ea92063750" providerId="LiveId" clId="{614D3421-716A-4CB0-994B-C24DF82A0F6F}" dt="2025-12-11T18:40:35.982" v="4283" actId="1037"/>
          <ac:spMkLst>
            <pc:docMk/>
            <pc:sldMk cId="3545230181" sldId="282"/>
            <ac:spMk id="11" creationId="{6A9B7CCF-C06C-C7D0-5668-7017319070FD}"/>
          </ac:spMkLst>
        </pc:spChg>
        <pc:spChg chg="mod">
          <ac:chgData name="Matthew Dodds" userId="80d5a6ea92063750" providerId="LiveId" clId="{614D3421-716A-4CB0-994B-C24DF82A0F6F}" dt="2025-12-11T15:37:08.578" v="878" actId="1036"/>
          <ac:spMkLst>
            <pc:docMk/>
            <pc:sldMk cId="3545230181" sldId="282"/>
            <ac:spMk id="25" creationId="{6FD812B9-D0DB-42ED-58DD-46215DDC0DE8}"/>
          </ac:spMkLst>
        </pc:spChg>
        <pc:spChg chg="mod">
          <ac:chgData name="Matthew Dodds" userId="80d5a6ea92063750" providerId="LiveId" clId="{614D3421-716A-4CB0-994B-C24DF82A0F6F}" dt="2025-12-11T11:39:15.612" v="292" actId="1038"/>
          <ac:spMkLst>
            <pc:docMk/>
            <pc:sldMk cId="3545230181" sldId="282"/>
            <ac:spMk id="32" creationId="{86AD214C-BED7-C456-A2F5-35434FE493B6}"/>
          </ac:spMkLst>
        </pc:spChg>
        <pc:spChg chg="mod">
          <ac:chgData name="Matthew Dodds" userId="80d5a6ea92063750" providerId="LiveId" clId="{614D3421-716A-4CB0-994B-C24DF82A0F6F}" dt="2025-12-11T18:40:28.922" v="4279" actId="1037"/>
          <ac:spMkLst>
            <pc:docMk/>
            <pc:sldMk cId="3545230181" sldId="282"/>
            <ac:spMk id="38" creationId="{FAC9B525-6846-2EA8-E593-74A836FA6A06}"/>
          </ac:spMkLst>
        </pc:spChg>
        <pc:spChg chg="mod">
          <ac:chgData name="Matthew Dodds" userId="80d5a6ea92063750" providerId="LiveId" clId="{614D3421-716A-4CB0-994B-C24DF82A0F6F}" dt="2025-12-11T18:40:28.922" v="4279" actId="1037"/>
          <ac:spMkLst>
            <pc:docMk/>
            <pc:sldMk cId="3545230181" sldId="282"/>
            <ac:spMk id="39" creationId="{A2389553-0537-6AA4-B843-FDE82DF0D843}"/>
          </ac:spMkLst>
        </pc:spChg>
        <pc:spChg chg="mod">
          <ac:chgData name="Matthew Dodds" userId="80d5a6ea92063750" providerId="LiveId" clId="{614D3421-716A-4CB0-994B-C24DF82A0F6F}" dt="2025-12-11T18:40:28.922" v="4279" actId="1037"/>
          <ac:spMkLst>
            <pc:docMk/>
            <pc:sldMk cId="3545230181" sldId="282"/>
            <ac:spMk id="41" creationId="{ABE6BC12-40F7-0C1D-C24D-C079BDE29461}"/>
          </ac:spMkLst>
        </pc:spChg>
        <pc:spChg chg="mod">
          <ac:chgData name="Matthew Dodds" userId="80d5a6ea92063750" providerId="LiveId" clId="{614D3421-716A-4CB0-994B-C24DF82A0F6F}" dt="2025-12-11T18:40:28.922" v="4279" actId="1037"/>
          <ac:spMkLst>
            <pc:docMk/>
            <pc:sldMk cId="3545230181" sldId="282"/>
            <ac:spMk id="42" creationId="{A59F6C1F-2DBB-C5D9-A18D-E8BE6614867A}"/>
          </ac:spMkLst>
        </pc:spChg>
        <pc:spChg chg="mod">
          <ac:chgData name="Matthew Dodds" userId="80d5a6ea92063750" providerId="LiveId" clId="{614D3421-716A-4CB0-994B-C24DF82A0F6F}" dt="2025-12-11T18:40:28.922" v="4279" actId="1037"/>
          <ac:spMkLst>
            <pc:docMk/>
            <pc:sldMk cId="3545230181" sldId="282"/>
            <ac:spMk id="43" creationId="{447E8E84-E07C-5279-4162-69AC741954A9}"/>
          </ac:spMkLst>
        </pc:spChg>
        <pc:spChg chg="mod">
          <ac:chgData name="Matthew Dodds" userId="80d5a6ea92063750" providerId="LiveId" clId="{614D3421-716A-4CB0-994B-C24DF82A0F6F}" dt="2025-12-11T11:37:29.248" v="266" actId="14100"/>
          <ac:spMkLst>
            <pc:docMk/>
            <pc:sldMk cId="3545230181" sldId="282"/>
            <ac:spMk id="69" creationId="{AB564BF8-196E-090E-573E-CC7E9F734F39}"/>
          </ac:spMkLst>
        </pc:spChg>
        <pc:spChg chg="mod">
          <ac:chgData name="Matthew Dodds" userId="80d5a6ea92063750" providerId="LiveId" clId="{614D3421-716A-4CB0-994B-C24DF82A0F6F}" dt="2025-12-11T11:37:35.461" v="272" actId="1035"/>
          <ac:spMkLst>
            <pc:docMk/>
            <pc:sldMk cId="3545230181" sldId="282"/>
            <ac:spMk id="70" creationId="{FA41E93B-4492-BA4A-4096-E2BC87D19FCE}"/>
          </ac:spMkLst>
        </pc:spChg>
        <pc:spChg chg="del">
          <ac:chgData name="Matthew Dodds" userId="80d5a6ea92063750" providerId="LiveId" clId="{614D3421-716A-4CB0-994B-C24DF82A0F6F}" dt="2025-12-11T11:36:27.167" v="257" actId="478"/>
          <ac:spMkLst>
            <pc:docMk/>
            <pc:sldMk cId="3545230181" sldId="282"/>
            <ac:spMk id="86" creationId="{557E4492-4EF0-1022-816B-818DEB66A976}"/>
          </ac:spMkLst>
        </pc:spChg>
        <pc:spChg chg="del">
          <ac:chgData name="Matthew Dodds" userId="80d5a6ea92063750" providerId="LiveId" clId="{614D3421-716A-4CB0-994B-C24DF82A0F6F}" dt="2025-12-11T11:36:30.262" v="258" actId="478"/>
          <ac:spMkLst>
            <pc:docMk/>
            <pc:sldMk cId="3545230181" sldId="282"/>
            <ac:spMk id="87" creationId="{1D869C75-7696-2F8C-4DE5-BE8324DF8595}"/>
          </ac:spMkLst>
        </pc:spChg>
        <pc:spChg chg="del">
          <ac:chgData name="Matthew Dodds" userId="80d5a6ea92063750" providerId="LiveId" clId="{614D3421-716A-4CB0-994B-C24DF82A0F6F}" dt="2025-12-11T11:36:33.132" v="259" actId="478"/>
          <ac:spMkLst>
            <pc:docMk/>
            <pc:sldMk cId="3545230181" sldId="282"/>
            <ac:spMk id="89" creationId="{6470FA77-4B4D-08DE-1127-1176FCCDDB34}"/>
          </ac:spMkLst>
        </pc:spChg>
        <pc:spChg chg="del mod">
          <ac:chgData name="Matthew Dodds" userId="80d5a6ea92063750" providerId="LiveId" clId="{614D3421-716A-4CB0-994B-C24DF82A0F6F}" dt="2025-12-11T11:36:38.468" v="260" actId="478"/>
          <ac:spMkLst>
            <pc:docMk/>
            <pc:sldMk cId="3545230181" sldId="282"/>
            <ac:spMk id="90" creationId="{1569E23F-BB9A-B70E-2D04-76273B991E14}"/>
          </ac:spMkLst>
        </pc:spChg>
        <pc:spChg chg="del">
          <ac:chgData name="Matthew Dodds" userId="80d5a6ea92063750" providerId="LiveId" clId="{614D3421-716A-4CB0-994B-C24DF82A0F6F}" dt="2025-12-11T11:36:43.057" v="261" actId="478"/>
          <ac:spMkLst>
            <pc:docMk/>
            <pc:sldMk cId="3545230181" sldId="282"/>
            <ac:spMk id="92" creationId="{05158944-EAE4-A30B-C4F3-658138AEA86E}"/>
          </ac:spMkLst>
        </pc:spChg>
        <pc:spChg chg="del mod topLvl">
          <ac:chgData name="Matthew Dodds" userId="80d5a6ea92063750" providerId="LiveId" clId="{614D3421-716A-4CB0-994B-C24DF82A0F6F}" dt="2025-12-11T11:36:46.365" v="262" actId="478"/>
          <ac:spMkLst>
            <pc:docMk/>
            <pc:sldMk cId="3545230181" sldId="282"/>
            <ac:spMk id="93" creationId="{328FF590-B7A3-BFEA-3F0A-A3E7B97B60C6}"/>
          </ac:spMkLst>
        </pc:spChg>
        <pc:spChg chg="mod">
          <ac:chgData name="Matthew Dodds" userId="80d5a6ea92063750" providerId="LiveId" clId="{614D3421-716A-4CB0-994B-C24DF82A0F6F}" dt="2025-12-11T18:40:28.922" v="4279" actId="1037"/>
          <ac:spMkLst>
            <pc:docMk/>
            <pc:sldMk cId="3545230181" sldId="282"/>
            <ac:spMk id="96" creationId="{3641B932-B608-4132-315C-E1051A3A3B5C}"/>
          </ac:spMkLst>
        </pc:spChg>
        <pc:spChg chg="mod">
          <ac:chgData name="Matthew Dodds" userId="80d5a6ea92063750" providerId="LiveId" clId="{614D3421-716A-4CB0-994B-C24DF82A0F6F}" dt="2025-12-11T18:40:28.922" v="4279" actId="1037"/>
          <ac:spMkLst>
            <pc:docMk/>
            <pc:sldMk cId="3545230181" sldId="282"/>
            <ac:spMk id="97" creationId="{D33B319F-A085-4C00-8965-756DD5C30B8D}"/>
          </ac:spMkLst>
        </pc:spChg>
        <pc:spChg chg="mod">
          <ac:chgData name="Matthew Dodds" userId="80d5a6ea92063750" providerId="LiveId" clId="{614D3421-716A-4CB0-994B-C24DF82A0F6F}" dt="2025-12-11T10:31:07.247" v="106" actId="692"/>
          <ac:spMkLst>
            <pc:docMk/>
            <pc:sldMk cId="3545230181" sldId="282"/>
            <ac:spMk id="98" creationId="{05C6D771-626C-817B-A1BE-0B93F385329B}"/>
          </ac:spMkLst>
        </pc:spChg>
        <pc:spChg chg="mod">
          <ac:chgData name="Matthew Dodds" userId="80d5a6ea92063750" providerId="LiveId" clId="{614D3421-716A-4CB0-994B-C24DF82A0F6F}" dt="2025-12-11T10:32:01.715" v="127" actId="20577"/>
          <ac:spMkLst>
            <pc:docMk/>
            <pc:sldMk cId="3545230181" sldId="282"/>
            <ac:spMk id="99" creationId="{D6A1BA8E-6ED4-F21B-4136-CC78F33597B6}"/>
          </ac:spMkLst>
        </pc:spChg>
        <pc:grpChg chg="mod">
          <ac:chgData name="Matthew Dodds" userId="80d5a6ea92063750" providerId="LiveId" clId="{614D3421-716A-4CB0-994B-C24DF82A0F6F}" dt="2025-12-11T15:36:28.113" v="846" actId="1036"/>
          <ac:grpSpMkLst>
            <pc:docMk/>
            <pc:sldMk cId="3545230181" sldId="282"/>
            <ac:grpSpMk id="3" creationId="{28113C23-7941-8738-9C28-8AD93494A2A9}"/>
          </ac:grpSpMkLst>
        </pc:grpChg>
        <pc:grpChg chg="mod">
          <ac:chgData name="Matthew Dodds" userId="80d5a6ea92063750" providerId="LiveId" clId="{614D3421-716A-4CB0-994B-C24DF82A0F6F}" dt="2025-12-11T10:25:27.128" v="74" actId="1036"/>
          <ac:grpSpMkLst>
            <pc:docMk/>
            <pc:sldMk cId="3545230181" sldId="282"/>
            <ac:grpSpMk id="4" creationId="{CB7AA33D-32EB-7644-4D4A-D3CE797266B5}"/>
          </ac:grpSpMkLst>
        </pc:grpChg>
        <pc:grpChg chg="add del mod">
          <ac:chgData name="Matthew Dodds" userId="80d5a6ea92063750" providerId="LiveId" clId="{614D3421-716A-4CB0-994B-C24DF82A0F6F}" dt="2025-12-11T11:36:59.387" v="263" actId="478"/>
          <ac:grpSpMkLst>
            <pc:docMk/>
            <pc:sldMk cId="3545230181" sldId="282"/>
            <ac:grpSpMk id="10" creationId="{DF3CCA17-7933-D7D9-1DC1-8636D00157DE}"/>
          </ac:grpSpMkLst>
        </pc:grpChg>
        <pc:grpChg chg="mod">
          <ac:chgData name="Matthew Dodds" userId="80d5a6ea92063750" providerId="LiveId" clId="{614D3421-716A-4CB0-994B-C24DF82A0F6F}" dt="2025-12-11T11:39:04.901" v="288" actId="1038"/>
          <ac:grpSpMkLst>
            <pc:docMk/>
            <pc:sldMk cId="3545230181" sldId="282"/>
            <ac:grpSpMk id="71" creationId="{BBCB0EBE-3510-BB7E-7F27-4E852330B8B4}"/>
          </ac:grpSpMkLst>
        </pc:grpChg>
        <pc:grpChg chg="mod">
          <ac:chgData name="Matthew Dodds" userId="80d5a6ea92063750" providerId="LiveId" clId="{614D3421-716A-4CB0-994B-C24DF82A0F6F}" dt="2025-12-11T18:40:28.922" v="4279" actId="1037"/>
          <ac:grpSpMkLst>
            <pc:docMk/>
            <pc:sldMk cId="3545230181" sldId="282"/>
            <ac:grpSpMk id="72" creationId="{CA3252AE-B203-ED8C-D1AA-56ACA7304F14}"/>
          </ac:grpSpMkLst>
        </pc:grpChg>
        <pc:grpChg chg="mod">
          <ac:chgData name="Matthew Dodds" userId="80d5a6ea92063750" providerId="LiveId" clId="{614D3421-716A-4CB0-994B-C24DF82A0F6F}" dt="2025-12-11T18:40:28.922" v="4279" actId="1037"/>
          <ac:grpSpMkLst>
            <pc:docMk/>
            <pc:sldMk cId="3545230181" sldId="282"/>
            <ac:grpSpMk id="75" creationId="{63D4DA47-3776-C40B-DE26-E9AC86E959C8}"/>
          </ac:grpSpMkLst>
        </pc:grpChg>
        <pc:grpChg chg="mod">
          <ac:chgData name="Matthew Dodds" userId="80d5a6ea92063750" providerId="LiveId" clId="{614D3421-716A-4CB0-994B-C24DF82A0F6F}" dt="2025-12-11T18:40:28.922" v="4279" actId="1037"/>
          <ac:grpSpMkLst>
            <pc:docMk/>
            <pc:sldMk cId="3545230181" sldId="282"/>
            <ac:grpSpMk id="78" creationId="{341D770C-DD0E-F72E-BAAF-42DAFFE56180}"/>
          </ac:grpSpMkLst>
        </pc:grpChg>
        <pc:grpChg chg="mod topLvl">
          <ac:chgData name="Matthew Dodds" userId="80d5a6ea92063750" providerId="LiveId" clId="{614D3421-716A-4CB0-994B-C24DF82A0F6F}" dt="2025-12-11T11:37:46.677" v="273" actId="1076"/>
          <ac:grpSpMkLst>
            <pc:docMk/>
            <pc:sldMk cId="3545230181" sldId="282"/>
            <ac:grpSpMk id="84" creationId="{2B71F660-3A22-FCF4-FF28-FF8FC9584EEC}"/>
          </ac:grpSpMkLst>
        </pc:grpChg>
        <pc:grpChg chg="del">
          <ac:chgData name="Matthew Dodds" userId="80d5a6ea92063750" providerId="LiveId" clId="{614D3421-716A-4CB0-994B-C24DF82A0F6F}" dt="2025-12-11T11:36:27.167" v="257" actId="478"/>
          <ac:grpSpMkLst>
            <pc:docMk/>
            <pc:sldMk cId="3545230181" sldId="282"/>
            <ac:grpSpMk id="85" creationId="{ADB833F9-08DA-0BF2-1F89-EF7A62B59900}"/>
          </ac:grpSpMkLst>
        </pc:grpChg>
        <pc:grpChg chg="del">
          <ac:chgData name="Matthew Dodds" userId="80d5a6ea92063750" providerId="LiveId" clId="{614D3421-716A-4CB0-994B-C24DF82A0F6F}" dt="2025-12-11T11:36:33.132" v="259" actId="478"/>
          <ac:grpSpMkLst>
            <pc:docMk/>
            <pc:sldMk cId="3545230181" sldId="282"/>
            <ac:grpSpMk id="88" creationId="{EADF9F25-A1F7-515F-0F7D-58163D37B268}"/>
          </ac:grpSpMkLst>
        </pc:grpChg>
        <pc:grpChg chg="del">
          <ac:chgData name="Matthew Dodds" userId="80d5a6ea92063750" providerId="LiveId" clId="{614D3421-716A-4CB0-994B-C24DF82A0F6F}" dt="2025-12-11T11:36:43.057" v="261" actId="478"/>
          <ac:grpSpMkLst>
            <pc:docMk/>
            <pc:sldMk cId="3545230181" sldId="282"/>
            <ac:grpSpMk id="91" creationId="{A384700D-532E-2278-F3B7-B528E1759534}"/>
          </ac:grpSpMkLst>
        </pc:grpChg>
        <pc:grpChg chg="del mod">
          <ac:chgData name="Matthew Dodds" userId="80d5a6ea92063750" providerId="LiveId" clId="{614D3421-716A-4CB0-994B-C24DF82A0F6F}" dt="2025-12-11T11:36:46.365" v="262" actId="478"/>
          <ac:grpSpMkLst>
            <pc:docMk/>
            <pc:sldMk cId="3545230181" sldId="282"/>
            <ac:grpSpMk id="94" creationId="{11C4D4D1-88EE-48DE-0DD6-D4422B751B05}"/>
          </ac:grpSpMkLst>
        </pc:grpChg>
        <pc:cxnChg chg="mod">
          <ac:chgData name="Matthew Dodds" userId="80d5a6ea92063750" providerId="LiveId" clId="{614D3421-716A-4CB0-994B-C24DF82A0F6F}" dt="2025-12-11T15:34:45.963" v="770" actId="14100"/>
          <ac:cxnSpMkLst>
            <pc:docMk/>
            <pc:sldMk cId="3545230181" sldId="282"/>
            <ac:cxnSpMk id="27" creationId="{99ACCA35-F1AC-B368-30BB-47468CB2AC61}"/>
          </ac:cxnSpMkLst>
        </pc:cxnChg>
        <pc:cxnChg chg="mod">
          <ac:chgData name="Matthew Dodds" userId="80d5a6ea92063750" providerId="LiveId" clId="{614D3421-716A-4CB0-994B-C24DF82A0F6F}" dt="2025-12-11T15:37:14.919" v="881" actId="1035"/>
          <ac:cxnSpMkLst>
            <pc:docMk/>
            <pc:sldMk cId="3545230181" sldId="282"/>
            <ac:cxnSpMk id="29" creationId="{1380FDF0-555B-B8D4-3905-C62FF9D45102}"/>
          </ac:cxnSpMkLst>
        </pc:cxnChg>
        <pc:cxnChg chg="mod">
          <ac:chgData name="Matthew Dodds" userId="80d5a6ea92063750" providerId="LiveId" clId="{614D3421-716A-4CB0-994B-C24DF82A0F6F}" dt="2025-12-11T15:37:17.583" v="883" actId="1036"/>
          <ac:cxnSpMkLst>
            <pc:docMk/>
            <pc:sldMk cId="3545230181" sldId="282"/>
            <ac:cxnSpMk id="30" creationId="{20A97979-A908-7E1D-6EB4-76C2D87654DC}"/>
          </ac:cxnSpMkLst>
        </pc:cxnChg>
        <pc:cxnChg chg="mod">
          <ac:chgData name="Matthew Dodds" userId="80d5a6ea92063750" providerId="LiveId" clId="{614D3421-716A-4CB0-994B-C24DF82A0F6F}" dt="2025-12-11T15:34:38.339" v="768" actId="14100"/>
          <ac:cxnSpMkLst>
            <pc:docMk/>
            <pc:sldMk cId="3545230181" sldId="282"/>
            <ac:cxnSpMk id="40" creationId="{E6EE514D-538A-130F-8158-786F3D44DCF3}"/>
          </ac:cxnSpMkLst>
        </pc:cxnChg>
      </pc:sldChg>
      <pc:sldChg chg="del">
        <pc:chgData name="Matthew Dodds" userId="80d5a6ea92063750" providerId="LiveId" clId="{614D3421-716A-4CB0-994B-C24DF82A0F6F}" dt="2025-12-11T21:24:13.602" v="4577" actId="47"/>
        <pc:sldMkLst>
          <pc:docMk/>
          <pc:sldMk cId="1846021431" sldId="283"/>
        </pc:sldMkLst>
      </pc:sldChg>
      <pc:sldChg chg="modSp mod">
        <pc:chgData name="Matthew Dodds" userId="80d5a6ea92063750" providerId="LiveId" clId="{614D3421-716A-4CB0-994B-C24DF82A0F6F}" dt="2025-12-11T18:40:05.017" v="4270" actId="14100"/>
        <pc:sldMkLst>
          <pc:docMk/>
          <pc:sldMk cId="563028866" sldId="284"/>
        </pc:sldMkLst>
        <pc:spChg chg="mod">
          <ac:chgData name="Matthew Dodds" userId="80d5a6ea92063750" providerId="LiveId" clId="{614D3421-716A-4CB0-994B-C24DF82A0F6F}" dt="2025-12-11T17:52:10.657" v="3282" actId="1076"/>
          <ac:spMkLst>
            <pc:docMk/>
            <pc:sldMk cId="563028866" sldId="284"/>
            <ac:spMk id="2" creationId="{CFF206F0-5F02-2C6F-DDF9-128422AF103E}"/>
          </ac:spMkLst>
        </pc:spChg>
        <pc:spChg chg="mod">
          <ac:chgData name="Matthew Dodds" userId="80d5a6ea92063750" providerId="LiveId" clId="{614D3421-716A-4CB0-994B-C24DF82A0F6F}" dt="2025-12-11T18:39:57.175" v="4268" actId="1076"/>
          <ac:spMkLst>
            <pc:docMk/>
            <pc:sldMk cId="563028866" sldId="284"/>
            <ac:spMk id="5" creationId="{0873552B-A6D9-3B0F-F627-807919FEF43F}"/>
          </ac:spMkLst>
        </pc:spChg>
        <pc:spChg chg="mod">
          <ac:chgData name="Matthew Dodds" userId="80d5a6ea92063750" providerId="LiveId" clId="{614D3421-716A-4CB0-994B-C24DF82A0F6F}" dt="2025-12-11T18:39:57.175" v="4268" actId="1076"/>
          <ac:spMkLst>
            <pc:docMk/>
            <pc:sldMk cId="563028866" sldId="284"/>
            <ac:spMk id="10" creationId="{946F7237-F824-2944-CD6B-9B742A875645}"/>
          </ac:spMkLst>
        </pc:spChg>
        <pc:spChg chg="mod">
          <ac:chgData name="Matthew Dodds" userId="80d5a6ea92063750" providerId="LiveId" clId="{614D3421-716A-4CB0-994B-C24DF82A0F6F}" dt="2025-12-11T18:39:57.175" v="4268" actId="1076"/>
          <ac:spMkLst>
            <pc:docMk/>
            <pc:sldMk cId="563028866" sldId="284"/>
            <ac:spMk id="12" creationId="{EB70101D-392D-7DA2-3818-3023B24AE1F2}"/>
          </ac:spMkLst>
        </pc:spChg>
        <pc:spChg chg="mod">
          <ac:chgData name="Matthew Dodds" userId="80d5a6ea92063750" providerId="LiveId" clId="{614D3421-716A-4CB0-994B-C24DF82A0F6F}" dt="2025-12-11T18:39:57.175" v="4268" actId="1076"/>
          <ac:spMkLst>
            <pc:docMk/>
            <pc:sldMk cId="563028866" sldId="284"/>
            <ac:spMk id="17" creationId="{7B08DDFB-872F-24E4-4CF1-43B71F7D6004}"/>
          </ac:spMkLst>
        </pc:spChg>
        <pc:spChg chg="mod">
          <ac:chgData name="Matthew Dodds" userId="80d5a6ea92063750" providerId="LiveId" clId="{614D3421-716A-4CB0-994B-C24DF82A0F6F}" dt="2025-12-11T18:39:57.175" v="4268" actId="1076"/>
          <ac:spMkLst>
            <pc:docMk/>
            <pc:sldMk cId="563028866" sldId="284"/>
            <ac:spMk id="18" creationId="{4E6B9698-5081-8C69-BD5F-F6E1EB0A2DD3}"/>
          </ac:spMkLst>
        </pc:spChg>
        <pc:grpChg chg="mod">
          <ac:chgData name="Matthew Dodds" userId="80d5a6ea92063750" providerId="LiveId" clId="{614D3421-716A-4CB0-994B-C24DF82A0F6F}" dt="2025-12-11T18:39:48.291" v="4267" actId="1076"/>
          <ac:grpSpMkLst>
            <pc:docMk/>
            <pc:sldMk cId="563028866" sldId="284"/>
            <ac:grpSpMk id="14" creationId="{1EDC6602-A70B-B871-F8A1-987CADDD80B8}"/>
          </ac:grpSpMkLst>
        </pc:grpChg>
        <pc:cxnChg chg="mod">
          <ac:chgData name="Matthew Dodds" userId="80d5a6ea92063750" providerId="LiveId" clId="{614D3421-716A-4CB0-994B-C24DF82A0F6F}" dt="2025-12-11T18:40:05.017" v="4270" actId="14100"/>
          <ac:cxnSpMkLst>
            <pc:docMk/>
            <pc:sldMk cId="563028866" sldId="284"/>
            <ac:cxnSpMk id="3" creationId="{8129432B-73DE-8B7B-BA7C-85989DFE63E4}"/>
          </ac:cxnSpMkLst>
        </pc:cxnChg>
        <pc:cxnChg chg="mod">
          <ac:chgData name="Matthew Dodds" userId="80d5a6ea92063750" providerId="LiveId" clId="{614D3421-716A-4CB0-994B-C24DF82A0F6F}" dt="2025-12-11T18:39:57.175" v="4268" actId="1076"/>
          <ac:cxnSpMkLst>
            <pc:docMk/>
            <pc:sldMk cId="563028866" sldId="284"/>
            <ac:cxnSpMk id="21" creationId="{CCACA712-6FE9-7287-449B-0E4E78020D62}"/>
          </ac:cxnSpMkLst>
        </pc:cxnChg>
        <pc:cxnChg chg="mod">
          <ac:chgData name="Matthew Dodds" userId="80d5a6ea92063750" providerId="LiveId" clId="{614D3421-716A-4CB0-994B-C24DF82A0F6F}" dt="2025-12-11T18:39:57.175" v="4268" actId="1076"/>
          <ac:cxnSpMkLst>
            <pc:docMk/>
            <pc:sldMk cId="563028866" sldId="284"/>
            <ac:cxnSpMk id="26" creationId="{A3B35D5D-20C1-689F-C14A-88B4C63A75E7}"/>
          </ac:cxnSpMkLst>
        </pc:cxnChg>
      </pc:sldChg>
      <pc:sldChg chg="del">
        <pc:chgData name="Matthew Dodds" userId="80d5a6ea92063750" providerId="LiveId" clId="{614D3421-716A-4CB0-994B-C24DF82A0F6F}" dt="2025-12-11T21:24:10.782" v="4575" actId="47"/>
        <pc:sldMkLst>
          <pc:docMk/>
          <pc:sldMk cId="3882120023" sldId="285"/>
        </pc:sldMkLst>
      </pc:sldChg>
      <pc:sldChg chg="del">
        <pc:chgData name="Matthew Dodds" userId="80d5a6ea92063750" providerId="LiveId" clId="{614D3421-716A-4CB0-994B-C24DF82A0F6F}" dt="2025-12-11T21:24:12.131" v="4576" actId="47"/>
        <pc:sldMkLst>
          <pc:docMk/>
          <pc:sldMk cId="3002903787" sldId="286"/>
        </pc:sldMkLst>
      </pc:sldChg>
      <pc:sldChg chg="addSp delSp modSp add mod">
        <pc:chgData name="Matthew Dodds" userId="80d5a6ea92063750" providerId="LiveId" clId="{614D3421-716A-4CB0-994B-C24DF82A0F6F}" dt="2025-12-12T01:04:55.840" v="5920" actId="207"/>
        <pc:sldMkLst>
          <pc:docMk/>
          <pc:sldMk cId="2010322170" sldId="287"/>
        </pc:sldMkLst>
        <pc:spChg chg="mod">
          <ac:chgData name="Matthew Dodds" userId="80d5a6ea92063750" providerId="LiveId" clId="{614D3421-716A-4CB0-994B-C24DF82A0F6F}" dt="2025-12-11T11:40:00.330" v="295"/>
          <ac:spMkLst>
            <pc:docMk/>
            <pc:sldMk cId="2010322170" sldId="287"/>
            <ac:spMk id="11" creationId="{7BB2B310-67C3-2DA7-A472-3881D40AF9A0}"/>
          </ac:spMkLst>
        </pc:spChg>
        <pc:spChg chg="mod">
          <ac:chgData name="Matthew Dodds" userId="80d5a6ea92063750" providerId="LiveId" clId="{614D3421-716A-4CB0-994B-C24DF82A0F6F}" dt="2025-12-11T16:52:42.154" v="2586" actId="1036"/>
          <ac:spMkLst>
            <pc:docMk/>
            <pc:sldMk cId="2010322170" sldId="287"/>
            <ac:spMk id="12" creationId="{2450F4F0-4BEA-C8FC-CB81-6562D93B318B}"/>
          </ac:spMkLst>
        </pc:spChg>
        <pc:spChg chg="add mod">
          <ac:chgData name="Matthew Dodds" userId="80d5a6ea92063750" providerId="LiveId" clId="{614D3421-716A-4CB0-994B-C24DF82A0F6F}" dt="2025-12-11T18:41:48.288" v="4328" actId="1037"/>
          <ac:spMkLst>
            <pc:docMk/>
            <pc:sldMk cId="2010322170" sldId="287"/>
            <ac:spMk id="13" creationId="{6EF03422-3558-BAA4-BB71-A163635E7957}"/>
          </ac:spMkLst>
        </pc:spChg>
        <pc:spChg chg="mod">
          <ac:chgData name="Matthew Dodds" userId="80d5a6ea92063750" providerId="LiveId" clId="{614D3421-716A-4CB0-994B-C24DF82A0F6F}" dt="2025-12-11T22:01:52.844" v="4695" actId="1038"/>
          <ac:spMkLst>
            <pc:docMk/>
            <pc:sldMk cId="2010322170" sldId="287"/>
            <ac:spMk id="14" creationId="{939117AC-9C31-6B70-3E5F-2520D107D396}"/>
          </ac:spMkLst>
        </pc:spChg>
        <pc:spChg chg="add mod">
          <ac:chgData name="Matthew Dodds" userId="80d5a6ea92063750" providerId="LiveId" clId="{614D3421-716A-4CB0-994B-C24DF82A0F6F}" dt="2025-12-11T16:38:59.328" v="2251" actId="1036"/>
          <ac:spMkLst>
            <pc:docMk/>
            <pc:sldMk cId="2010322170" sldId="287"/>
            <ac:spMk id="15" creationId="{4CF4C3BE-39D4-9770-C35B-E000966F3802}"/>
          </ac:spMkLst>
        </pc:spChg>
        <pc:spChg chg="mod">
          <ac:chgData name="Matthew Dodds" userId="80d5a6ea92063750" providerId="LiveId" clId="{614D3421-716A-4CB0-994B-C24DF82A0F6F}" dt="2025-12-11T18:42:51.187" v="4349" actId="1037"/>
          <ac:spMkLst>
            <pc:docMk/>
            <pc:sldMk cId="2010322170" sldId="287"/>
            <ac:spMk id="16" creationId="{F13E9DB9-CCC3-19F4-7982-0B6F9F3AB4D5}"/>
          </ac:spMkLst>
        </pc:spChg>
        <pc:spChg chg="mod">
          <ac:chgData name="Matthew Dodds" userId="80d5a6ea92063750" providerId="LiveId" clId="{614D3421-716A-4CB0-994B-C24DF82A0F6F}" dt="2025-12-11T16:40:26.362" v="2392" actId="1035"/>
          <ac:spMkLst>
            <pc:docMk/>
            <pc:sldMk cId="2010322170" sldId="287"/>
            <ac:spMk id="17" creationId="{0C1BC33C-0024-61B0-E55C-D2CAA8B02096}"/>
          </ac:spMkLst>
        </pc:spChg>
        <pc:spChg chg="add mod">
          <ac:chgData name="Matthew Dodds" userId="80d5a6ea92063750" providerId="LiveId" clId="{614D3421-716A-4CB0-994B-C24DF82A0F6F}" dt="2025-12-11T18:05:10.819" v="3457" actId="1076"/>
          <ac:spMkLst>
            <pc:docMk/>
            <pc:sldMk cId="2010322170" sldId="287"/>
            <ac:spMk id="18" creationId="{65E9D569-2B17-9EC2-CB8B-19E0B4341539}"/>
          </ac:spMkLst>
        </pc:spChg>
        <pc:spChg chg="add mod">
          <ac:chgData name="Matthew Dodds" userId="80d5a6ea92063750" providerId="LiveId" clId="{614D3421-716A-4CB0-994B-C24DF82A0F6F}" dt="2025-12-11T16:48:10.142" v="2508" actId="1036"/>
          <ac:spMkLst>
            <pc:docMk/>
            <pc:sldMk cId="2010322170" sldId="287"/>
            <ac:spMk id="19" creationId="{B60DC505-A934-8555-79C4-33ADEB022E6E}"/>
          </ac:spMkLst>
        </pc:spChg>
        <pc:spChg chg="add mod">
          <ac:chgData name="Matthew Dodds" userId="80d5a6ea92063750" providerId="LiveId" clId="{614D3421-716A-4CB0-994B-C24DF82A0F6F}" dt="2025-12-11T22:08:30.412" v="4797" actId="1035"/>
          <ac:spMkLst>
            <pc:docMk/>
            <pc:sldMk cId="2010322170" sldId="287"/>
            <ac:spMk id="20" creationId="{77DB529B-6A00-4291-E4F4-C4B22C2F36E3}"/>
          </ac:spMkLst>
        </pc:spChg>
        <pc:spChg chg="mod">
          <ac:chgData name="Matthew Dodds" userId="80d5a6ea92063750" providerId="LiveId" clId="{614D3421-716A-4CB0-994B-C24DF82A0F6F}" dt="2025-12-11T16:35:47.947" v="2154" actId="164"/>
          <ac:spMkLst>
            <pc:docMk/>
            <pc:sldMk cId="2010322170" sldId="287"/>
            <ac:spMk id="20" creationId="{819E24F9-6DDB-2E33-9C19-A09CB2B840AE}"/>
          </ac:spMkLst>
        </pc:spChg>
        <pc:spChg chg="mod">
          <ac:chgData name="Matthew Dodds" userId="80d5a6ea92063750" providerId="LiveId" clId="{614D3421-716A-4CB0-994B-C24DF82A0F6F}" dt="2025-12-11T16:31:34.494" v="2100" actId="14100"/>
          <ac:spMkLst>
            <pc:docMk/>
            <pc:sldMk cId="2010322170" sldId="287"/>
            <ac:spMk id="21" creationId="{B1548EDA-A05D-F93F-14C0-A7CC935994C6}"/>
          </ac:spMkLst>
        </pc:spChg>
        <pc:spChg chg="del mod topLvl">
          <ac:chgData name="Matthew Dodds" userId="80d5a6ea92063750" providerId="LiveId" clId="{614D3421-716A-4CB0-994B-C24DF82A0F6F}" dt="2025-12-11T17:39:34.629" v="2960" actId="478"/>
          <ac:spMkLst>
            <pc:docMk/>
            <pc:sldMk cId="2010322170" sldId="287"/>
            <ac:spMk id="22" creationId="{3E0B1184-C7E4-C984-8825-EBF9B46E70C5}"/>
          </ac:spMkLst>
        </pc:spChg>
        <pc:spChg chg="add mod">
          <ac:chgData name="Matthew Dodds" userId="80d5a6ea92063750" providerId="LiveId" clId="{614D3421-716A-4CB0-994B-C24DF82A0F6F}" dt="2025-12-11T16:40:26.362" v="2392" actId="1035"/>
          <ac:spMkLst>
            <pc:docMk/>
            <pc:sldMk cId="2010322170" sldId="287"/>
            <ac:spMk id="24" creationId="{728D6187-3792-A099-F8ED-78E030719AA1}"/>
          </ac:spMkLst>
        </pc:spChg>
        <pc:spChg chg="mod">
          <ac:chgData name="Matthew Dodds" userId="80d5a6ea92063750" providerId="LiveId" clId="{614D3421-716A-4CB0-994B-C24DF82A0F6F}" dt="2025-12-11T18:13:17.637" v="3606" actId="20577"/>
          <ac:spMkLst>
            <pc:docMk/>
            <pc:sldMk cId="2010322170" sldId="287"/>
            <ac:spMk id="25" creationId="{44237CB9-17A4-0F33-A345-CC941AF2079E}"/>
          </ac:spMkLst>
        </pc:spChg>
        <pc:spChg chg="del mod">
          <ac:chgData name="Matthew Dodds" userId="80d5a6ea92063750" providerId="LiveId" clId="{614D3421-716A-4CB0-994B-C24DF82A0F6F}" dt="2025-12-11T16:43:03.354" v="2475" actId="478"/>
          <ac:spMkLst>
            <pc:docMk/>
            <pc:sldMk cId="2010322170" sldId="287"/>
            <ac:spMk id="31" creationId="{D4DF4D3A-090E-F6D6-8F8C-A09F7584F77D}"/>
          </ac:spMkLst>
        </pc:spChg>
        <pc:spChg chg="mod">
          <ac:chgData name="Matthew Dodds" userId="80d5a6ea92063750" providerId="LiveId" clId="{614D3421-716A-4CB0-994B-C24DF82A0F6F}" dt="2025-12-11T16:35:47.947" v="2154" actId="164"/>
          <ac:spMkLst>
            <pc:docMk/>
            <pc:sldMk cId="2010322170" sldId="287"/>
            <ac:spMk id="33" creationId="{2881D6A7-590F-A606-55AE-79A95E4C664F}"/>
          </ac:spMkLst>
        </pc:spChg>
        <pc:spChg chg="del mod">
          <ac:chgData name="Matthew Dodds" userId="80d5a6ea92063750" providerId="LiveId" clId="{614D3421-716A-4CB0-994B-C24DF82A0F6F}" dt="2025-12-11T10:33:38.999" v="136" actId="478"/>
          <ac:spMkLst>
            <pc:docMk/>
            <pc:sldMk cId="2010322170" sldId="287"/>
            <ac:spMk id="38" creationId="{F761CCBB-2A87-78E9-60B5-706C1FDA7916}"/>
          </ac:spMkLst>
        </pc:spChg>
        <pc:spChg chg="del mod">
          <ac:chgData name="Matthew Dodds" userId="80d5a6ea92063750" providerId="LiveId" clId="{614D3421-716A-4CB0-994B-C24DF82A0F6F}" dt="2025-12-11T10:33:49.239" v="138" actId="478"/>
          <ac:spMkLst>
            <pc:docMk/>
            <pc:sldMk cId="2010322170" sldId="287"/>
            <ac:spMk id="39" creationId="{3F9C0EBF-DC2F-14BE-B6D3-E2B659E06F76}"/>
          </ac:spMkLst>
        </pc:spChg>
        <pc:spChg chg="del mod">
          <ac:chgData name="Matthew Dodds" userId="80d5a6ea92063750" providerId="LiveId" clId="{614D3421-716A-4CB0-994B-C24DF82A0F6F}" dt="2025-12-11T10:33:52.420" v="139" actId="478"/>
          <ac:spMkLst>
            <pc:docMk/>
            <pc:sldMk cId="2010322170" sldId="287"/>
            <ac:spMk id="41" creationId="{2672496E-CAA1-C289-C23E-D818B650D710}"/>
          </ac:spMkLst>
        </pc:spChg>
        <pc:spChg chg="del mod">
          <ac:chgData name="Matthew Dodds" userId="80d5a6ea92063750" providerId="LiveId" clId="{614D3421-716A-4CB0-994B-C24DF82A0F6F}" dt="2025-12-11T10:33:35.878" v="135" actId="478"/>
          <ac:spMkLst>
            <pc:docMk/>
            <pc:sldMk cId="2010322170" sldId="287"/>
            <ac:spMk id="42" creationId="{510E27A8-1EAD-CC40-C3CD-E39BA5752D5D}"/>
          </ac:spMkLst>
        </pc:spChg>
        <pc:spChg chg="del mod">
          <ac:chgData name="Matthew Dodds" userId="80d5a6ea92063750" providerId="LiveId" clId="{614D3421-716A-4CB0-994B-C24DF82A0F6F}" dt="2025-12-11T10:33:44.710" v="137" actId="478"/>
          <ac:spMkLst>
            <pc:docMk/>
            <pc:sldMk cId="2010322170" sldId="287"/>
            <ac:spMk id="43" creationId="{2BF63262-E40C-1C23-256F-2BAF694918B0}"/>
          </ac:spMkLst>
        </pc:spChg>
        <pc:spChg chg="add mod">
          <ac:chgData name="Matthew Dodds" userId="80d5a6ea92063750" providerId="LiveId" clId="{614D3421-716A-4CB0-994B-C24DF82A0F6F}" dt="2025-12-11T18:05:31.692" v="3462" actId="1076"/>
          <ac:spMkLst>
            <pc:docMk/>
            <pc:sldMk cId="2010322170" sldId="287"/>
            <ac:spMk id="44" creationId="{387E9F76-FAA6-F147-EF18-FF1790899F9A}"/>
          </ac:spMkLst>
        </pc:spChg>
        <pc:spChg chg="mod">
          <ac:chgData name="Matthew Dodds" userId="80d5a6ea92063750" providerId="LiveId" clId="{614D3421-716A-4CB0-994B-C24DF82A0F6F}" dt="2025-12-11T18:43:09.747" v="4366" actId="1038"/>
          <ac:spMkLst>
            <pc:docMk/>
            <pc:sldMk cId="2010322170" sldId="287"/>
            <ac:spMk id="46" creationId="{EC6532BD-C8ED-CCC5-9931-0A41EF6EC5FA}"/>
          </ac:spMkLst>
        </pc:spChg>
        <pc:spChg chg="mod">
          <ac:chgData name="Matthew Dodds" userId="80d5a6ea92063750" providerId="LiveId" clId="{614D3421-716A-4CB0-994B-C24DF82A0F6F}" dt="2025-12-11T16:31:17.897" v="2098" actId="14100"/>
          <ac:spMkLst>
            <pc:docMk/>
            <pc:sldMk cId="2010322170" sldId="287"/>
            <ac:spMk id="47" creationId="{2ADCD5C8-B824-97B1-BB55-1ADA289D3E56}"/>
          </ac:spMkLst>
        </pc:spChg>
        <pc:spChg chg="mod">
          <ac:chgData name="Matthew Dodds" userId="80d5a6ea92063750" providerId="LiveId" clId="{614D3421-716A-4CB0-994B-C24DF82A0F6F}" dt="2025-12-11T16:46:21.788" v="2498" actId="207"/>
          <ac:spMkLst>
            <pc:docMk/>
            <pc:sldMk cId="2010322170" sldId="287"/>
            <ac:spMk id="48" creationId="{953C8476-F997-A908-D66E-CB95124F309C}"/>
          </ac:spMkLst>
        </pc:spChg>
        <pc:spChg chg="add mod">
          <ac:chgData name="Matthew Dodds" userId="80d5a6ea92063750" providerId="LiveId" clId="{614D3421-716A-4CB0-994B-C24DF82A0F6F}" dt="2025-12-11T18:07:49.760" v="3507" actId="1035"/>
          <ac:spMkLst>
            <pc:docMk/>
            <pc:sldMk cId="2010322170" sldId="287"/>
            <ac:spMk id="49" creationId="{0F88C2F9-FB9E-29E2-C562-F94D0E76D444}"/>
          </ac:spMkLst>
        </pc:spChg>
        <pc:spChg chg="mod">
          <ac:chgData name="Matthew Dodds" userId="80d5a6ea92063750" providerId="LiveId" clId="{614D3421-716A-4CB0-994B-C24DF82A0F6F}" dt="2025-12-11T16:46:05.832" v="2496" actId="207"/>
          <ac:spMkLst>
            <pc:docMk/>
            <pc:sldMk cId="2010322170" sldId="287"/>
            <ac:spMk id="52" creationId="{68A98532-37D3-93D0-A306-A51B0F64F305}"/>
          </ac:spMkLst>
        </pc:spChg>
        <pc:spChg chg="mod">
          <ac:chgData name="Matthew Dodds" userId="80d5a6ea92063750" providerId="LiveId" clId="{614D3421-716A-4CB0-994B-C24DF82A0F6F}" dt="2025-12-11T11:43:08.208" v="341"/>
          <ac:spMkLst>
            <pc:docMk/>
            <pc:sldMk cId="2010322170" sldId="287"/>
            <ac:spMk id="53" creationId="{861619BB-486A-48B5-F53E-2E5496B52F06}"/>
          </ac:spMkLst>
        </pc:spChg>
        <pc:spChg chg="mod">
          <ac:chgData name="Matthew Dodds" userId="80d5a6ea92063750" providerId="LiveId" clId="{614D3421-716A-4CB0-994B-C24DF82A0F6F}" dt="2025-12-11T11:43:08.208" v="341"/>
          <ac:spMkLst>
            <pc:docMk/>
            <pc:sldMk cId="2010322170" sldId="287"/>
            <ac:spMk id="54" creationId="{E1914995-131D-88EC-6664-68643EB1AABC}"/>
          </ac:spMkLst>
        </pc:spChg>
        <pc:spChg chg="mod">
          <ac:chgData name="Matthew Dodds" userId="80d5a6ea92063750" providerId="LiveId" clId="{614D3421-716A-4CB0-994B-C24DF82A0F6F}" dt="2025-12-12T01:04:41.592" v="5919" actId="207"/>
          <ac:spMkLst>
            <pc:docMk/>
            <pc:sldMk cId="2010322170" sldId="287"/>
            <ac:spMk id="58" creationId="{439258C6-E2E7-88C0-6EC8-E977838DFCBD}"/>
          </ac:spMkLst>
        </pc:spChg>
        <pc:spChg chg="mod">
          <ac:chgData name="Matthew Dodds" userId="80d5a6ea92063750" providerId="LiveId" clId="{614D3421-716A-4CB0-994B-C24DF82A0F6F}" dt="2025-12-12T01:04:41.592" v="5919" actId="207"/>
          <ac:spMkLst>
            <pc:docMk/>
            <pc:sldMk cId="2010322170" sldId="287"/>
            <ac:spMk id="59" creationId="{32C42D2E-E9FA-0B2E-4A6B-BCF26920822E}"/>
          </ac:spMkLst>
        </pc:spChg>
        <pc:spChg chg="mod">
          <ac:chgData name="Matthew Dodds" userId="80d5a6ea92063750" providerId="LiveId" clId="{614D3421-716A-4CB0-994B-C24DF82A0F6F}" dt="2025-12-12T01:04:55.840" v="5920" actId="207"/>
          <ac:spMkLst>
            <pc:docMk/>
            <pc:sldMk cId="2010322170" sldId="287"/>
            <ac:spMk id="61" creationId="{B9314453-20AC-58EB-24D3-962615C33BEE}"/>
          </ac:spMkLst>
        </pc:spChg>
        <pc:spChg chg="mod">
          <ac:chgData name="Matthew Dodds" userId="80d5a6ea92063750" providerId="LiveId" clId="{614D3421-716A-4CB0-994B-C24DF82A0F6F}" dt="2025-12-12T01:04:55.840" v="5920" actId="207"/>
          <ac:spMkLst>
            <pc:docMk/>
            <pc:sldMk cId="2010322170" sldId="287"/>
            <ac:spMk id="62" creationId="{12208FAC-29FF-EEA4-B80B-D0D685184FFA}"/>
          </ac:spMkLst>
        </pc:spChg>
        <pc:spChg chg="mod">
          <ac:chgData name="Matthew Dodds" userId="80d5a6ea92063750" providerId="LiveId" clId="{614D3421-716A-4CB0-994B-C24DF82A0F6F}" dt="2025-12-12T01:04:55.840" v="5920" actId="207"/>
          <ac:spMkLst>
            <pc:docMk/>
            <pc:sldMk cId="2010322170" sldId="287"/>
            <ac:spMk id="64" creationId="{AED18EDB-5B23-4F41-FCE3-FE53989823E9}"/>
          </ac:spMkLst>
        </pc:spChg>
        <pc:spChg chg="mod">
          <ac:chgData name="Matthew Dodds" userId="80d5a6ea92063750" providerId="LiveId" clId="{614D3421-716A-4CB0-994B-C24DF82A0F6F}" dt="2025-12-12T01:04:55.840" v="5920" actId="207"/>
          <ac:spMkLst>
            <pc:docMk/>
            <pc:sldMk cId="2010322170" sldId="287"/>
            <ac:spMk id="65" creationId="{5F72FD8A-6505-1D79-E8BA-4E9F95A84CE1}"/>
          </ac:spMkLst>
        </pc:spChg>
        <pc:spChg chg="mod">
          <ac:chgData name="Matthew Dodds" userId="80d5a6ea92063750" providerId="LiveId" clId="{614D3421-716A-4CB0-994B-C24DF82A0F6F}" dt="2025-12-12T01:04:55.840" v="5920" actId="207"/>
          <ac:spMkLst>
            <pc:docMk/>
            <pc:sldMk cId="2010322170" sldId="287"/>
            <ac:spMk id="67" creationId="{6DB8ED3F-07DA-B1F4-B2ED-7A1B9EE6E9DE}"/>
          </ac:spMkLst>
        </pc:spChg>
        <pc:spChg chg="mod">
          <ac:chgData name="Matthew Dodds" userId="80d5a6ea92063750" providerId="LiveId" clId="{614D3421-716A-4CB0-994B-C24DF82A0F6F}" dt="2025-12-12T01:04:55.840" v="5920" actId="207"/>
          <ac:spMkLst>
            <pc:docMk/>
            <pc:sldMk cId="2010322170" sldId="287"/>
            <ac:spMk id="68" creationId="{D1C4172D-FDF0-8C78-63EC-44E81AE4884A}"/>
          </ac:spMkLst>
        </pc:spChg>
        <pc:spChg chg="mod">
          <ac:chgData name="Matthew Dodds" userId="80d5a6ea92063750" providerId="LiveId" clId="{614D3421-716A-4CB0-994B-C24DF82A0F6F}" dt="2025-12-11T18:43:00.705" v="4358" actId="1038"/>
          <ac:spMkLst>
            <pc:docMk/>
            <pc:sldMk cId="2010322170" sldId="287"/>
            <ac:spMk id="81" creationId="{B1380CE4-DEE4-AD40-0022-605A8CAD4AF7}"/>
          </ac:spMkLst>
        </pc:spChg>
        <pc:spChg chg="add mod">
          <ac:chgData name="Matthew Dodds" userId="80d5a6ea92063750" providerId="LiveId" clId="{614D3421-716A-4CB0-994B-C24DF82A0F6F}" dt="2025-12-11T18:42:07.517" v="4331" actId="1076"/>
          <ac:spMkLst>
            <pc:docMk/>
            <pc:sldMk cId="2010322170" sldId="287"/>
            <ac:spMk id="82" creationId="{0B23569B-A0A0-3447-786D-64726CF1B2EA}"/>
          </ac:spMkLst>
        </pc:spChg>
        <pc:spChg chg="add mod">
          <ac:chgData name="Matthew Dodds" userId="80d5a6ea92063750" providerId="LiveId" clId="{614D3421-716A-4CB0-994B-C24DF82A0F6F}" dt="2025-12-11T18:42:26.742" v="4335" actId="14100"/>
          <ac:spMkLst>
            <pc:docMk/>
            <pc:sldMk cId="2010322170" sldId="287"/>
            <ac:spMk id="83" creationId="{894718C6-47C2-3C9A-5632-1E0A9B69C995}"/>
          </ac:spMkLst>
        </pc:spChg>
        <pc:spChg chg="add mod">
          <ac:chgData name="Matthew Dodds" userId="80d5a6ea92063750" providerId="LiveId" clId="{614D3421-716A-4CB0-994B-C24DF82A0F6F}" dt="2025-12-11T11:46:08.331" v="468" actId="1076"/>
          <ac:spMkLst>
            <pc:docMk/>
            <pc:sldMk cId="2010322170" sldId="287"/>
            <ac:spMk id="95" creationId="{5F40D771-A288-A786-6385-94F1B4622F6A}"/>
          </ac:spMkLst>
        </pc:spChg>
        <pc:spChg chg="mod">
          <ac:chgData name="Matthew Dodds" userId="80d5a6ea92063750" providerId="LiveId" clId="{614D3421-716A-4CB0-994B-C24DF82A0F6F}" dt="2025-12-11T18:42:51.187" v="4349" actId="1037"/>
          <ac:spMkLst>
            <pc:docMk/>
            <pc:sldMk cId="2010322170" sldId="287"/>
            <ac:spMk id="96" creationId="{C4B42071-35E9-EF68-1F73-2053CA3CF18A}"/>
          </ac:spMkLst>
        </pc:spChg>
        <pc:spChg chg="mod">
          <ac:chgData name="Matthew Dodds" userId="80d5a6ea92063750" providerId="LiveId" clId="{614D3421-716A-4CB0-994B-C24DF82A0F6F}" dt="2025-12-11T18:42:51.187" v="4349" actId="1037"/>
          <ac:spMkLst>
            <pc:docMk/>
            <pc:sldMk cId="2010322170" sldId="287"/>
            <ac:spMk id="97" creationId="{91074DF5-19EE-7CAA-4250-61C1A23C98C4}"/>
          </ac:spMkLst>
        </pc:spChg>
        <pc:spChg chg="del">
          <ac:chgData name="Matthew Dodds" userId="80d5a6ea92063750" providerId="LiveId" clId="{614D3421-716A-4CB0-994B-C24DF82A0F6F}" dt="2025-12-11T11:41:58.277" v="323" actId="478"/>
          <ac:spMkLst>
            <pc:docMk/>
            <pc:sldMk cId="2010322170" sldId="287"/>
            <ac:spMk id="98" creationId="{9A47FAE7-5DCE-633A-BD9B-AAAAF11FAEB9}"/>
          </ac:spMkLst>
        </pc:spChg>
        <pc:spChg chg="del">
          <ac:chgData name="Matthew Dodds" userId="80d5a6ea92063750" providerId="LiveId" clId="{614D3421-716A-4CB0-994B-C24DF82A0F6F}" dt="2025-12-11T11:42:01.255" v="324" actId="478"/>
          <ac:spMkLst>
            <pc:docMk/>
            <pc:sldMk cId="2010322170" sldId="287"/>
            <ac:spMk id="99" creationId="{32193470-F6F1-1CF6-5F6C-5ADD6A33145B}"/>
          </ac:spMkLst>
        </pc:spChg>
        <pc:spChg chg="mod">
          <ac:chgData name="Matthew Dodds" userId="80d5a6ea92063750" providerId="LiveId" clId="{614D3421-716A-4CB0-994B-C24DF82A0F6F}" dt="2025-12-11T11:46:14.268" v="469"/>
          <ac:spMkLst>
            <pc:docMk/>
            <pc:sldMk cId="2010322170" sldId="287"/>
            <ac:spMk id="101" creationId="{D8812B16-6344-63E1-64CA-6D0207ECD7B4}"/>
          </ac:spMkLst>
        </pc:spChg>
        <pc:spChg chg="mod">
          <ac:chgData name="Matthew Dodds" userId="80d5a6ea92063750" providerId="LiveId" clId="{614D3421-716A-4CB0-994B-C24DF82A0F6F}" dt="2025-12-11T11:47:17.338" v="499" actId="1036"/>
          <ac:spMkLst>
            <pc:docMk/>
            <pc:sldMk cId="2010322170" sldId="287"/>
            <ac:spMk id="102" creationId="{AB373BD6-3D47-5238-4B2D-70EEDB7D696F}"/>
          </ac:spMkLst>
        </pc:spChg>
        <pc:spChg chg="add mod">
          <ac:chgData name="Matthew Dodds" userId="80d5a6ea92063750" providerId="LiveId" clId="{614D3421-716A-4CB0-994B-C24DF82A0F6F}" dt="2025-12-11T15:54:52.301" v="1247" actId="1037"/>
          <ac:spMkLst>
            <pc:docMk/>
            <pc:sldMk cId="2010322170" sldId="287"/>
            <ac:spMk id="103" creationId="{C5189BDA-507A-2334-0B60-AE2DE997B54D}"/>
          </ac:spMkLst>
        </pc:spChg>
        <pc:spChg chg="add mod">
          <ac:chgData name="Matthew Dodds" userId="80d5a6ea92063750" providerId="LiveId" clId="{614D3421-716A-4CB0-994B-C24DF82A0F6F}" dt="2025-12-11T18:07:38.774" v="3501" actId="1035"/>
          <ac:spMkLst>
            <pc:docMk/>
            <pc:sldMk cId="2010322170" sldId="287"/>
            <ac:spMk id="104" creationId="{78DF4BC1-0AB2-BDB2-F653-167ED8380248}"/>
          </ac:spMkLst>
        </pc:spChg>
        <pc:spChg chg="add mod">
          <ac:chgData name="Matthew Dodds" userId="80d5a6ea92063750" providerId="LiveId" clId="{614D3421-716A-4CB0-994B-C24DF82A0F6F}" dt="2025-12-11T18:42:30.096" v="4340" actId="1038"/>
          <ac:spMkLst>
            <pc:docMk/>
            <pc:sldMk cId="2010322170" sldId="287"/>
            <ac:spMk id="105" creationId="{A2AC84BF-A20B-CBAB-6814-55C544449592}"/>
          </ac:spMkLst>
        </pc:spChg>
        <pc:spChg chg="add mod">
          <ac:chgData name="Matthew Dodds" userId="80d5a6ea92063750" providerId="LiveId" clId="{614D3421-716A-4CB0-994B-C24DF82A0F6F}" dt="2025-12-11T16:38:59.328" v="2251" actId="1036"/>
          <ac:spMkLst>
            <pc:docMk/>
            <pc:sldMk cId="2010322170" sldId="287"/>
            <ac:spMk id="106" creationId="{B859BFB6-0AC5-66C3-97E8-B896AD59A9AE}"/>
          </ac:spMkLst>
        </pc:spChg>
        <pc:spChg chg="add mod">
          <ac:chgData name="Matthew Dodds" userId="80d5a6ea92063750" providerId="LiveId" clId="{614D3421-716A-4CB0-994B-C24DF82A0F6F}" dt="2025-12-11T17:59:50.079" v="3374" actId="1036"/>
          <ac:spMkLst>
            <pc:docMk/>
            <pc:sldMk cId="2010322170" sldId="287"/>
            <ac:spMk id="107" creationId="{CB33908D-5E92-6430-3183-45251DE93406}"/>
          </ac:spMkLst>
        </pc:spChg>
        <pc:spChg chg="add mod">
          <ac:chgData name="Matthew Dodds" userId="80d5a6ea92063750" providerId="LiveId" clId="{614D3421-716A-4CB0-994B-C24DF82A0F6F}" dt="2025-12-11T17:59:50.079" v="3374" actId="1036"/>
          <ac:spMkLst>
            <pc:docMk/>
            <pc:sldMk cId="2010322170" sldId="287"/>
            <ac:spMk id="108" creationId="{5EF25CAE-DC7B-B358-6707-9157AB4D3358}"/>
          </ac:spMkLst>
        </pc:spChg>
        <pc:spChg chg="add del mod">
          <ac:chgData name="Matthew Dodds" userId="80d5a6ea92063750" providerId="LiveId" clId="{614D3421-716A-4CB0-994B-C24DF82A0F6F}" dt="2025-12-11T17:03:01.914" v="2612" actId="478"/>
          <ac:spMkLst>
            <pc:docMk/>
            <pc:sldMk cId="2010322170" sldId="287"/>
            <ac:spMk id="112" creationId="{277178C9-FBB2-7491-AE5B-44E2366CD6CC}"/>
          </ac:spMkLst>
        </pc:spChg>
        <pc:spChg chg="add mod">
          <ac:chgData name="Matthew Dodds" userId="80d5a6ea92063750" providerId="LiveId" clId="{614D3421-716A-4CB0-994B-C24DF82A0F6F}" dt="2025-12-11T16:45:54.154" v="2495" actId="207"/>
          <ac:spMkLst>
            <pc:docMk/>
            <pc:sldMk cId="2010322170" sldId="287"/>
            <ac:spMk id="113" creationId="{4C1C3D58-CAF8-82F8-7EA1-E826E6FFD204}"/>
          </ac:spMkLst>
        </pc:spChg>
        <pc:spChg chg="add mod">
          <ac:chgData name="Matthew Dodds" userId="80d5a6ea92063750" providerId="LiveId" clId="{614D3421-716A-4CB0-994B-C24DF82A0F6F}" dt="2025-12-11T16:48:10.142" v="2508" actId="1036"/>
          <ac:spMkLst>
            <pc:docMk/>
            <pc:sldMk cId="2010322170" sldId="287"/>
            <ac:spMk id="119" creationId="{1EEC41F0-6D34-365B-A40D-41DE6D5AD4C1}"/>
          </ac:spMkLst>
        </pc:spChg>
        <pc:spChg chg="add mod">
          <ac:chgData name="Matthew Dodds" userId="80d5a6ea92063750" providerId="LiveId" clId="{614D3421-716A-4CB0-994B-C24DF82A0F6F}" dt="2025-12-11T16:47:58.489" v="2506" actId="20577"/>
          <ac:spMkLst>
            <pc:docMk/>
            <pc:sldMk cId="2010322170" sldId="287"/>
            <ac:spMk id="120" creationId="{147EC70E-5762-69FA-0731-853723F76CB1}"/>
          </ac:spMkLst>
        </pc:spChg>
        <pc:spChg chg="add mod">
          <ac:chgData name="Matthew Dodds" userId="80d5a6ea92063750" providerId="LiveId" clId="{614D3421-716A-4CB0-994B-C24DF82A0F6F}" dt="2025-12-11T16:47:53.524" v="2501" actId="1076"/>
          <ac:spMkLst>
            <pc:docMk/>
            <pc:sldMk cId="2010322170" sldId="287"/>
            <ac:spMk id="122" creationId="{55DF5F15-129B-122F-AF84-895A93F2CE46}"/>
          </ac:spMkLst>
        </pc:spChg>
        <pc:spChg chg="add mod topLvl">
          <ac:chgData name="Matthew Dodds" userId="80d5a6ea92063750" providerId="LiveId" clId="{614D3421-716A-4CB0-994B-C24DF82A0F6F}" dt="2025-12-11T17:39:57.056" v="2963" actId="164"/>
          <ac:spMkLst>
            <pc:docMk/>
            <pc:sldMk cId="2010322170" sldId="287"/>
            <ac:spMk id="123" creationId="{42DEE096-EDC7-CC2D-8D28-C96C8A8A9C25}"/>
          </ac:spMkLst>
        </pc:spChg>
        <pc:spChg chg="del mod topLvl">
          <ac:chgData name="Matthew Dodds" userId="80d5a6ea92063750" providerId="LiveId" clId="{614D3421-716A-4CB0-994B-C24DF82A0F6F}" dt="2025-12-11T17:39:32.800" v="2959" actId="478"/>
          <ac:spMkLst>
            <pc:docMk/>
            <pc:sldMk cId="2010322170" sldId="287"/>
            <ac:spMk id="126" creationId="{27AA52ED-1A59-53AA-9807-AFAA0B4DDABB}"/>
          </ac:spMkLst>
        </pc:spChg>
        <pc:spChg chg="del mod topLvl">
          <ac:chgData name="Matthew Dodds" userId="80d5a6ea92063750" providerId="LiveId" clId="{614D3421-716A-4CB0-994B-C24DF82A0F6F}" dt="2025-12-11T17:45:29.358" v="3126" actId="478"/>
          <ac:spMkLst>
            <pc:docMk/>
            <pc:sldMk cId="2010322170" sldId="287"/>
            <ac:spMk id="127" creationId="{9923885E-D1B2-D491-F7ED-C122AF387FEA}"/>
          </ac:spMkLst>
        </pc:spChg>
        <pc:spChg chg="del mod topLvl">
          <ac:chgData name="Matthew Dodds" userId="80d5a6ea92063750" providerId="LiveId" clId="{614D3421-716A-4CB0-994B-C24DF82A0F6F}" dt="2025-12-11T17:41:39.902" v="2986" actId="478"/>
          <ac:spMkLst>
            <pc:docMk/>
            <pc:sldMk cId="2010322170" sldId="287"/>
            <ac:spMk id="129" creationId="{F21C7099-DE54-89FE-1735-CAB58B97A672}"/>
          </ac:spMkLst>
        </pc:spChg>
        <pc:spChg chg="del mod topLvl">
          <ac:chgData name="Matthew Dodds" userId="80d5a6ea92063750" providerId="LiveId" clId="{614D3421-716A-4CB0-994B-C24DF82A0F6F}" dt="2025-12-11T17:41:56.552" v="2991" actId="478"/>
          <ac:spMkLst>
            <pc:docMk/>
            <pc:sldMk cId="2010322170" sldId="287"/>
            <ac:spMk id="130" creationId="{1BABC88F-4997-E666-669B-1ABDBA490CD5}"/>
          </ac:spMkLst>
        </pc:spChg>
        <pc:spChg chg="del mod topLvl">
          <ac:chgData name="Matthew Dodds" userId="80d5a6ea92063750" providerId="LiveId" clId="{614D3421-716A-4CB0-994B-C24DF82A0F6F}" dt="2025-12-11T17:42:26.297" v="3009" actId="478"/>
          <ac:spMkLst>
            <pc:docMk/>
            <pc:sldMk cId="2010322170" sldId="287"/>
            <ac:spMk id="132" creationId="{F0311105-1983-B124-BF56-A384D50BA404}"/>
          </ac:spMkLst>
        </pc:spChg>
        <pc:spChg chg="del mod topLvl">
          <ac:chgData name="Matthew Dodds" userId="80d5a6ea92063750" providerId="LiveId" clId="{614D3421-716A-4CB0-994B-C24DF82A0F6F}" dt="2025-12-11T17:42:29.006" v="3010" actId="478"/>
          <ac:spMkLst>
            <pc:docMk/>
            <pc:sldMk cId="2010322170" sldId="287"/>
            <ac:spMk id="133" creationId="{0D6B2CCA-8FD1-AAEF-453B-B604DC0BFFC5}"/>
          </ac:spMkLst>
        </pc:spChg>
        <pc:spChg chg="del mod topLvl">
          <ac:chgData name="Matthew Dodds" userId="80d5a6ea92063750" providerId="LiveId" clId="{614D3421-716A-4CB0-994B-C24DF82A0F6F}" dt="2025-12-11T17:42:33.278" v="3012" actId="478"/>
          <ac:spMkLst>
            <pc:docMk/>
            <pc:sldMk cId="2010322170" sldId="287"/>
            <ac:spMk id="135" creationId="{89FC27FB-9686-52C0-CEF1-3E2FE940C4A6}"/>
          </ac:spMkLst>
        </pc:spChg>
        <pc:spChg chg="del mod topLvl">
          <ac:chgData name="Matthew Dodds" userId="80d5a6ea92063750" providerId="LiveId" clId="{614D3421-716A-4CB0-994B-C24DF82A0F6F}" dt="2025-12-11T17:42:32.065" v="3011" actId="478"/>
          <ac:spMkLst>
            <pc:docMk/>
            <pc:sldMk cId="2010322170" sldId="287"/>
            <ac:spMk id="136" creationId="{9F7E0810-91A1-5ED0-5947-00E042D71E6F}"/>
          </ac:spMkLst>
        </pc:spChg>
        <pc:spChg chg="add mod">
          <ac:chgData name="Matthew Dodds" userId="80d5a6ea92063750" providerId="LiveId" clId="{614D3421-716A-4CB0-994B-C24DF82A0F6F}" dt="2025-12-11T18:05:38.625" v="3465" actId="1038"/>
          <ac:spMkLst>
            <pc:docMk/>
            <pc:sldMk cId="2010322170" sldId="287"/>
            <ac:spMk id="139" creationId="{7171829C-42B5-BB9E-6220-016C50DB9930}"/>
          </ac:spMkLst>
        </pc:spChg>
        <pc:spChg chg="add mod topLvl">
          <ac:chgData name="Matthew Dodds" userId="80d5a6ea92063750" providerId="LiveId" clId="{614D3421-716A-4CB0-994B-C24DF82A0F6F}" dt="2025-12-11T18:42:51.187" v="4349" actId="1037"/>
          <ac:spMkLst>
            <pc:docMk/>
            <pc:sldMk cId="2010322170" sldId="287"/>
            <ac:spMk id="140" creationId="{FAFD7F31-2461-114B-258C-9772EC1DCCE8}"/>
          </ac:spMkLst>
        </pc:spChg>
        <pc:spChg chg="add del mod">
          <ac:chgData name="Matthew Dodds" userId="80d5a6ea92063750" providerId="LiveId" clId="{614D3421-716A-4CB0-994B-C24DF82A0F6F}" dt="2025-12-11T17:46:02.220" v="3149" actId="478"/>
          <ac:spMkLst>
            <pc:docMk/>
            <pc:sldMk cId="2010322170" sldId="287"/>
            <ac:spMk id="141" creationId="{9AF7359B-2443-C6E5-91C9-2A024D2125E6}"/>
          </ac:spMkLst>
        </pc:spChg>
        <pc:spChg chg="add del mod">
          <ac:chgData name="Matthew Dodds" userId="80d5a6ea92063750" providerId="LiveId" clId="{614D3421-716A-4CB0-994B-C24DF82A0F6F}" dt="2025-12-11T17:46:05.624" v="3150" actId="478"/>
          <ac:spMkLst>
            <pc:docMk/>
            <pc:sldMk cId="2010322170" sldId="287"/>
            <ac:spMk id="142" creationId="{84136891-0BE9-E0B3-55B3-81C18BB17FA2}"/>
          </ac:spMkLst>
        </pc:spChg>
        <pc:spChg chg="add del mod topLvl">
          <ac:chgData name="Matthew Dodds" userId="80d5a6ea92063750" providerId="LiveId" clId="{614D3421-716A-4CB0-994B-C24DF82A0F6F}" dt="2025-12-11T17:46:09.077" v="3151" actId="478"/>
          <ac:spMkLst>
            <pc:docMk/>
            <pc:sldMk cId="2010322170" sldId="287"/>
            <ac:spMk id="143" creationId="{80BBCDF7-6307-0D3B-221C-C77D28172958}"/>
          </ac:spMkLst>
        </pc:spChg>
        <pc:spChg chg="add mod">
          <ac:chgData name="Matthew Dodds" userId="80d5a6ea92063750" providerId="LiveId" clId="{614D3421-716A-4CB0-994B-C24DF82A0F6F}" dt="2025-12-11T17:39:57.056" v="2963" actId="164"/>
          <ac:spMkLst>
            <pc:docMk/>
            <pc:sldMk cId="2010322170" sldId="287"/>
            <ac:spMk id="147" creationId="{4C876D32-543B-4F46-5D47-7B4D0FE44979}"/>
          </ac:spMkLst>
        </pc:spChg>
        <pc:spChg chg="add del mod">
          <ac:chgData name="Matthew Dodds" userId="80d5a6ea92063750" providerId="LiveId" clId="{614D3421-716A-4CB0-994B-C24DF82A0F6F}" dt="2025-12-11T17:41:41.653" v="2987" actId="478"/>
          <ac:spMkLst>
            <pc:docMk/>
            <pc:sldMk cId="2010322170" sldId="287"/>
            <ac:spMk id="149" creationId="{52D6ED8E-9B71-7132-9391-2F4ACCBF1C02}"/>
          </ac:spMkLst>
        </pc:spChg>
        <pc:spChg chg="mod">
          <ac:chgData name="Matthew Dodds" userId="80d5a6ea92063750" providerId="LiveId" clId="{614D3421-716A-4CB0-994B-C24DF82A0F6F}" dt="2025-12-11T17:41:26.221" v="2984" actId="404"/>
          <ac:spMkLst>
            <pc:docMk/>
            <pc:sldMk cId="2010322170" sldId="287"/>
            <ac:spMk id="151" creationId="{7B78D5AC-7BFA-8143-125C-A93D0EBF16CA}"/>
          </ac:spMkLst>
        </pc:spChg>
        <pc:spChg chg="mod">
          <ac:chgData name="Matthew Dodds" userId="80d5a6ea92063750" providerId="LiveId" clId="{614D3421-716A-4CB0-994B-C24DF82A0F6F}" dt="2025-12-11T17:41:03.960" v="2973"/>
          <ac:spMkLst>
            <pc:docMk/>
            <pc:sldMk cId="2010322170" sldId="287"/>
            <ac:spMk id="152" creationId="{C04F0D69-A19E-ECEB-8A91-ABC5A27441B4}"/>
          </ac:spMkLst>
        </pc:spChg>
        <pc:spChg chg="mod">
          <ac:chgData name="Matthew Dodds" userId="80d5a6ea92063750" providerId="LiveId" clId="{614D3421-716A-4CB0-994B-C24DF82A0F6F}" dt="2025-12-11T17:42:15.920" v="3008" actId="20577"/>
          <ac:spMkLst>
            <pc:docMk/>
            <pc:sldMk cId="2010322170" sldId="287"/>
            <ac:spMk id="154" creationId="{2BB06F4F-0BFE-951A-DBB3-DF652C9B61AE}"/>
          </ac:spMkLst>
        </pc:spChg>
        <pc:spChg chg="mod">
          <ac:chgData name="Matthew Dodds" userId="80d5a6ea92063750" providerId="LiveId" clId="{614D3421-716A-4CB0-994B-C24DF82A0F6F}" dt="2025-12-11T17:41:51.148" v="2989"/>
          <ac:spMkLst>
            <pc:docMk/>
            <pc:sldMk cId="2010322170" sldId="287"/>
            <ac:spMk id="155" creationId="{46253D83-FE8B-A601-FEFC-67CC603DB2A4}"/>
          </ac:spMkLst>
        </pc:spChg>
        <pc:spChg chg="mod">
          <ac:chgData name="Matthew Dodds" userId="80d5a6ea92063750" providerId="LiveId" clId="{614D3421-716A-4CB0-994B-C24DF82A0F6F}" dt="2025-12-11T17:43:03.810" v="3025" actId="20577"/>
          <ac:spMkLst>
            <pc:docMk/>
            <pc:sldMk cId="2010322170" sldId="287"/>
            <ac:spMk id="157" creationId="{A9B7C552-711B-E4C5-B478-344786514E25}"/>
          </ac:spMkLst>
        </pc:spChg>
        <pc:spChg chg="mod">
          <ac:chgData name="Matthew Dodds" userId="80d5a6ea92063750" providerId="LiveId" clId="{614D3421-716A-4CB0-994B-C24DF82A0F6F}" dt="2025-12-11T17:42:42.831" v="3014"/>
          <ac:spMkLst>
            <pc:docMk/>
            <pc:sldMk cId="2010322170" sldId="287"/>
            <ac:spMk id="158" creationId="{74C8A966-DBCD-79FF-8DAB-283469178101}"/>
          </ac:spMkLst>
        </pc:spChg>
        <pc:spChg chg="mod">
          <ac:chgData name="Matthew Dodds" userId="80d5a6ea92063750" providerId="LiveId" clId="{614D3421-716A-4CB0-994B-C24DF82A0F6F}" dt="2025-12-11T17:43:35.257" v="3041" actId="20577"/>
          <ac:spMkLst>
            <pc:docMk/>
            <pc:sldMk cId="2010322170" sldId="287"/>
            <ac:spMk id="160" creationId="{1C47ED5E-2364-2B58-621B-CA22A46D83EF}"/>
          </ac:spMkLst>
        </pc:spChg>
        <pc:spChg chg="mod">
          <ac:chgData name="Matthew Dodds" userId="80d5a6ea92063750" providerId="LiveId" clId="{614D3421-716A-4CB0-994B-C24DF82A0F6F}" dt="2025-12-11T17:43:16.276" v="3026"/>
          <ac:spMkLst>
            <pc:docMk/>
            <pc:sldMk cId="2010322170" sldId="287"/>
            <ac:spMk id="161" creationId="{4058362F-1213-E1A5-CF0A-4F71D4282029}"/>
          </ac:spMkLst>
        </pc:spChg>
        <pc:spChg chg="add mod">
          <ac:chgData name="Matthew Dodds" userId="80d5a6ea92063750" providerId="LiveId" clId="{614D3421-716A-4CB0-994B-C24DF82A0F6F}" dt="2025-12-11T18:42:51.187" v="4349" actId="1037"/>
          <ac:spMkLst>
            <pc:docMk/>
            <pc:sldMk cId="2010322170" sldId="287"/>
            <ac:spMk id="162" creationId="{F2B10ED3-BA31-2A35-2BD2-6C8C4F5CD2B6}"/>
          </ac:spMkLst>
        </pc:spChg>
        <pc:spChg chg="add mod">
          <ac:chgData name="Matthew Dodds" userId="80d5a6ea92063750" providerId="LiveId" clId="{614D3421-716A-4CB0-994B-C24DF82A0F6F}" dt="2025-12-11T18:42:51.187" v="4349" actId="1037"/>
          <ac:spMkLst>
            <pc:docMk/>
            <pc:sldMk cId="2010322170" sldId="287"/>
            <ac:spMk id="163" creationId="{33EBF6D5-2427-8021-437D-0AAE04354E2E}"/>
          </ac:spMkLst>
        </pc:spChg>
        <pc:spChg chg="add mod">
          <ac:chgData name="Matthew Dodds" userId="80d5a6ea92063750" providerId="LiveId" clId="{614D3421-716A-4CB0-994B-C24DF82A0F6F}" dt="2025-12-11T18:42:51.187" v="4349" actId="1037"/>
          <ac:spMkLst>
            <pc:docMk/>
            <pc:sldMk cId="2010322170" sldId="287"/>
            <ac:spMk id="164" creationId="{87723603-CF70-F451-5D3A-575999215B5A}"/>
          </ac:spMkLst>
        </pc:spChg>
        <pc:spChg chg="add mod">
          <ac:chgData name="Matthew Dodds" userId="80d5a6ea92063750" providerId="LiveId" clId="{614D3421-716A-4CB0-994B-C24DF82A0F6F}" dt="2025-12-11T18:42:51.187" v="4349" actId="1037"/>
          <ac:spMkLst>
            <pc:docMk/>
            <pc:sldMk cId="2010322170" sldId="287"/>
            <ac:spMk id="165" creationId="{1CF08CC3-C51B-E115-3F92-072170F600B0}"/>
          </ac:spMkLst>
        </pc:spChg>
        <pc:spChg chg="add mod">
          <ac:chgData name="Matthew Dodds" userId="80d5a6ea92063750" providerId="LiveId" clId="{614D3421-716A-4CB0-994B-C24DF82A0F6F}" dt="2025-12-11T18:42:51.187" v="4349" actId="1037"/>
          <ac:spMkLst>
            <pc:docMk/>
            <pc:sldMk cId="2010322170" sldId="287"/>
            <ac:spMk id="166" creationId="{0A08CB36-B596-332C-59E2-DB98914EE201}"/>
          </ac:spMkLst>
        </pc:spChg>
        <pc:spChg chg="add del mod">
          <ac:chgData name="Matthew Dodds" userId="80d5a6ea92063750" providerId="LiveId" clId="{614D3421-716A-4CB0-994B-C24DF82A0F6F}" dt="2025-12-11T18:03:35.210" v="3423" actId="478"/>
          <ac:spMkLst>
            <pc:docMk/>
            <pc:sldMk cId="2010322170" sldId="287"/>
            <ac:spMk id="169" creationId="{F87129C9-8345-4595-2E26-432C265F5E7D}"/>
          </ac:spMkLst>
        </pc:spChg>
        <pc:spChg chg="add del mod">
          <ac:chgData name="Matthew Dodds" userId="80d5a6ea92063750" providerId="LiveId" clId="{614D3421-716A-4CB0-994B-C24DF82A0F6F}" dt="2025-12-11T18:03:33.500" v="3422" actId="478"/>
          <ac:spMkLst>
            <pc:docMk/>
            <pc:sldMk cId="2010322170" sldId="287"/>
            <ac:spMk id="171" creationId="{D4D31E01-A57C-F87E-2349-F5EA0468DD93}"/>
          </ac:spMkLst>
        </pc:spChg>
        <pc:spChg chg="mod">
          <ac:chgData name="Matthew Dodds" userId="80d5a6ea92063750" providerId="LiveId" clId="{614D3421-716A-4CB0-994B-C24DF82A0F6F}" dt="2025-12-11T17:58:13.839" v="3362" actId="20577"/>
          <ac:spMkLst>
            <pc:docMk/>
            <pc:sldMk cId="2010322170" sldId="287"/>
            <ac:spMk id="173" creationId="{D3B9EEF6-967E-2A42-C7E5-11E9D6E41481}"/>
          </ac:spMkLst>
        </pc:spChg>
        <pc:spChg chg="mod">
          <ac:chgData name="Matthew Dodds" userId="80d5a6ea92063750" providerId="LiveId" clId="{614D3421-716A-4CB0-994B-C24DF82A0F6F}" dt="2025-12-11T17:57:57.081" v="3342"/>
          <ac:spMkLst>
            <pc:docMk/>
            <pc:sldMk cId="2010322170" sldId="287"/>
            <ac:spMk id="174" creationId="{A56AEA20-AF02-5455-E736-583BB27468D6}"/>
          </ac:spMkLst>
        </pc:spChg>
        <pc:spChg chg="add del mod">
          <ac:chgData name="Matthew Dodds" userId="80d5a6ea92063750" providerId="LiveId" clId="{614D3421-716A-4CB0-994B-C24DF82A0F6F}" dt="2025-12-11T18:01:31.753" v="3392" actId="478"/>
          <ac:spMkLst>
            <pc:docMk/>
            <pc:sldMk cId="2010322170" sldId="287"/>
            <ac:spMk id="176" creationId="{97047671-B38F-52A7-F9C2-CD5E8DCB187F}"/>
          </ac:spMkLst>
        </pc:spChg>
        <pc:spChg chg="add mod">
          <ac:chgData name="Matthew Dodds" userId="80d5a6ea92063750" providerId="LiveId" clId="{614D3421-716A-4CB0-994B-C24DF82A0F6F}" dt="2025-12-11T18:06:07.704" v="3468" actId="1036"/>
          <ac:spMkLst>
            <pc:docMk/>
            <pc:sldMk cId="2010322170" sldId="287"/>
            <ac:spMk id="177" creationId="{8BD11A2D-751F-E2B6-7478-A41034A95ED0}"/>
          </ac:spMkLst>
        </pc:spChg>
        <pc:spChg chg="add mod ord">
          <ac:chgData name="Matthew Dodds" userId="80d5a6ea92063750" providerId="LiveId" clId="{614D3421-716A-4CB0-994B-C24DF82A0F6F}" dt="2025-12-11T18:06:07.704" v="3468" actId="1036"/>
          <ac:spMkLst>
            <pc:docMk/>
            <pc:sldMk cId="2010322170" sldId="287"/>
            <ac:spMk id="179" creationId="{E798AAA3-7159-E27B-42CB-CB0B4613A3D5}"/>
          </ac:spMkLst>
        </pc:spChg>
        <pc:spChg chg="mod">
          <ac:chgData name="Matthew Dodds" userId="80d5a6ea92063750" providerId="LiveId" clId="{614D3421-716A-4CB0-994B-C24DF82A0F6F}" dt="2025-12-11T18:02:01.648" v="3411" actId="20577"/>
          <ac:spMkLst>
            <pc:docMk/>
            <pc:sldMk cId="2010322170" sldId="287"/>
            <ac:spMk id="181" creationId="{8FF3F9F6-4B8F-92BB-5549-06DBA7CF0FB3}"/>
          </ac:spMkLst>
        </pc:spChg>
        <pc:spChg chg="mod">
          <ac:chgData name="Matthew Dodds" userId="80d5a6ea92063750" providerId="LiveId" clId="{614D3421-716A-4CB0-994B-C24DF82A0F6F}" dt="2025-12-11T18:01:38.324" v="3393"/>
          <ac:spMkLst>
            <pc:docMk/>
            <pc:sldMk cId="2010322170" sldId="287"/>
            <ac:spMk id="182" creationId="{556670ED-ADA6-E4EB-8A39-F39A082992AA}"/>
          </ac:spMkLst>
        </pc:spChg>
        <pc:spChg chg="mod">
          <ac:chgData name="Matthew Dodds" userId="80d5a6ea92063750" providerId="LiveId" clId="{614D3421-716A-4CB0-994B-C24DF82A0F6F}" dt="2025-12-11T22:07:58.059" v="4794" actId="1037"/>
          <ac:spMkLst>
            <pc:docMk/>
            <pc:sldMk cId="2010322170" sldId="287"/>
            <ac:spMk id="187" creationId="{A1297A39-6741-102A-F88A-AA7197B24BE3}"/>
          </ac:spMkLst>
        </pc:spChg>
        <pc:spChg chg="mod">
          <ac:chgData name="Matthew Dodds" userId="80d5a6ea92063750" providerId="LiveId" clId="{614D3421-716A-4CB0-994B-C24DF82A0F6F}" dt="2025-12-11T18:03:37.850" v="3424"/>
          <ac:spMkLst>
            <pc:docMk/>
            <pc:sldMk cId="2010322170" sldId="287"/>
            <ac:spMk id="188" creationId="{73B83D8C-0487-95BF-90B1-CE6382B500A5}"/>
          </ac:spMkLst>
        </pc:spChg>
        <pc:grpChg chg="add mod">
          <ac:chgData name="Matthew Dodds" userId="80d5a6ea92063750" providerId="LiveId" clId="{614D3421-716A-4CB0-994B-C24DF82A0F6F}" dt="2025-12-11T11:42:46.363" v="340" actId="1038"/>
          <ac:grpSpMkLst>
            <pc:docMk/>
            <pc:sldMk cId="2010322170" sldId="287"/>
            <ac:grpSpMk id="9" creationId="{32C3AA1F-0713-ECB3-CE66-34919873D5EC}"/>
          </ac:grpSpMkLst>
        </pc:grpChg>
        <pc:grpChg chg="add mod">
          <ac:chgData name="Matthew Dodds" userId="80d5a6ea92063750" providerId="LiveId" clId="{614D3421-716A-4CB0-994B-C24DF82A0F6F}" dt="2025-12-11T16:54:12.950" v="2596" actId="1035"/>
          <ac:grpSpMkLst>
            <pc:docMk/>
            <pc:sldMk cId="2010322170" sldId="287"/>
            <ac:grpSpMk id="10" creationId="{2135087F-8BDD-104B-A891-50DE9913863A}"/>
          </ac:grpSpMkLst>
        </pc:grpChg>
        <pc:grpChg chg="mod">
          <ac:chgData name="Matthew Dodds" userId="80d5a6ea92063750" providerId="LiveId" clId="{614D3421-716A-4CB0-994B-C24DF82A0F6F}" dt="2025-12-11T10:33:20.390" v="133" actId="164"/>
          <ac:grpSpMkLst>
            <pc:docMk/>
            <pc:sldMk cId="2010322170" sldId="287"/>
            <ac:grpSpMk id="37" creationId="{149FFCC4-796F-0AA6-8281-12A5D85E2F03}"/>
          </ac:grpSpMkLst>
        </pc:grpChg>
        <pc:grpChg chg="mod">
          <ac:chgData name="Matthew Dodds" userId="80d5a6ea92063750" providerId="LiveId" clId="{614D3421-716A-4CB0-994B-C24DF82A0F6F}" dt="2025-12-11T18:41:34.207" v="4321" actId="14100"/>
          <ac:grpSpMkLst>
            <pc:docMk/>
            <pc:sldMk cId="2010322170" sldId="287"/>
            <ac:grpSpMk id="45" creationId="{18D3110D-B699-E046-E044-21A37BB756F5}"/>
          </ac:grpSpMkLst>
        </pc:grpChg>
        <pc:grpChg chg="mod">
          <ac:chgData name="Matthew Dodds" userId="80d5a6ea92063750" providerId="LiveId" clId="{614D3421-716A-4CB0-994B-C24DF82A0F6F}" dt="2025-12-11T16:36:58.489" v="2158" actId="164"/>
          <ac:grpSpMkLst>
            <pc:docMk/>
            <pc:sldMk cId="2010322170" sldId="287"/>
            <ac:grpSpMk id="50" creationId="{16599603-27C5-F612-01E6-E68CBB403F5B}"/>
          </ac:grpSpMkLst>
        </pc:grpChg>
        <pc:grpChg chg="mod">
          <ac:chgData name="Matthew Dodds" userId="80d5a6ea92063750" providerId="LiveId" clId="{614D3421-716A-4CB0-994B-C24DF82A0F6F}" dt="2025-12-12T01:04:41.592" v="5919" actId="207"/>
          <ac:grpSpMkLst>
            <pc:docMk/>
            <pc:sldMk cId="2010322170" sldId="287"/>
            <ac:grpSpMk id="56" creationId="{12A1AF3C-B808-5145-0469-68E9A8D354D4}"/>
          </ac:grpSpMkLst>
        </pc:grpChg>
        <pc:grpChg chg="mod">
          <ac:chgData name="Matthew Dodds" userId="80d5a6ea92063750" providerId="LiveId" clId="{614D3421-716A-4CB0-994B-C24DF82A0F6F}" dt="2025-12-12T01:04:55.840" v="5920" actId="207"/>
          <ac:grpSpMkLst>
            <pc:docMk/>
            <pc:sldMk cId="2010322170" sldId="287"/>
            <ac:grpSpMk id="60" creationId="{63627113-8D18-7A1A-C5B4-6DD389464732}"/>
          </ac:grpSpMkLst>
        </pc:grpChg>
        <pc:grpChg chg="mod">
          <ac:chgData name="Matthew Dodds" userId="80d5a6ea92063750" providerId="LiveId" clId="{614D3421-716A-4CB0-994B-C24DF82A0F6F}" dt="2025-12-12T01:04:55.840" v="5920" actId="207"/>
          <ac:grpSpMkLst>
            <pc:docMk/>
            <pc:sldMk cId="2010322170" sldId="287"/>
            <ac:grpSpMk id="63" creationId="{F2036B22-709E-D1E8-6140-90B875571680}"/>
          </ac:grpSpMkLst>
        </pc:grpChg>
        <pc:grpChg chg="mod">
          <ac:chgData name="Matthew Dodds" userId="80d5a6ea92063750" providerId="LiveId" clId="{614D3421-716A-4CB0-994B-C24DF82A0F6F}" dt="2025-12-12T01:04:55.840" v="5920" actId="207"/>
          <ac:grpSpMkLst>
            <pc:docMk/>
            <pc:sldMk cId="2010322170" sldId="287"/>
            <ac:grpSpMk id="66" creationId="{2DC9849E-0117-39DA-2057-31C66C4B9935}"/>
          </ac:grpSpMkLst>
        </pc:grpChg>
        <pc:grpChg chg="mod">
          <ac:chgData name="Matthew Dodds" userId="80d5a6ea92063750" providerId="LiveId" clId="{614D3421-716A-4CB0-994B-C24DF82A0F6F}" dt="2025-12-11T10:33:14.766" v="132" actId="14100"/>
          <ac:grpSpMkLst>
            <pc:docMk/>
            <pc:sldMk cId="2010322170" sldId="287"/>
            <ac:grpSpMk id="71" creationId="{289FF620-4DC5-E450-760B-40416E7A1CAC}"/>
          </ac:grpSpMkLst>
        </pc:grpChg>
        <pc:grpChg chg="mod">
          <ac:chgData name="Matthew Dodds" userId="80d5a6ea92063750" providerId="LiveId" clId="{614D3421-716A-4CB0-994B-C24DF82A0F6F}" dt="2025-12-11T10:33:20.390" v="133" actId="164"/>
          <ac:grpSpMkLst>
            <pc:docMk/>
            <pc:sldMk cId="2010322170" sldId="287"/>
            <ac:grpSpMk id="72" creationId="{E5945B83-CFE7-CA15-0428-896A7AD2F341}"/>
          </ac:grpSpMkLst>
        </pc:grpChg>
        <pc:grpChg chg="mod">
          <ac:chgData name="Matthew Dodds" userId="80d5a6ea92063750" providerId="LiveId" clId="{614D3421-716A-4CB0-994B-C24DF82A0F6F}" dt="2025-12-11T10:33:20.390" v="133" actId="164"/>
          <ac:grpSpMkLst>
            <pc:docMk/>
            <pc:sldMk cId="2010322170" sldId="287"/>
            <ac:grpSpMk id="75" creationId="{7187892B-F3EA-86F6-BF59-FA49C40AFBE4}"/>
          </ac:grpSpMkLst>
        </pc:grpChg>
        <pc:grpChg chg="mod">
          <ac:chgData name="Matthew Dodds" userId="80d5a6ea92063750" providerId="LiveId" clId="{614D3421-716A-4CB0-994B-C24DF82A0F6F}" dt="2025-12-11T10:33:20.390" v="133" actId="164"/>
          <ac:grpSpMkLst>
            <pc:docMk/>
            <pc:sldMk cId="2010322170" sldId="287"/>
            <ac:grpSpMk id="78" creationId="{6E2421DB-B639-8A67-03B7-D6FA5810EB06}"/>
          </ac:grpSpMkLst>
        </pc:grpChg>
        <pc:grpChg chg="del">
          <ac:chgData name="Matthew Dodds" userId="80d5a6ea92063750" providerId="LiveId" clId="{614D3421-716A-4CB0-994B-C24DF82A0F6F}" dt="2025-12-11T11:41:58.277" v="323" actId="478"/>
          <ac:grpSpMkLst>
            <pc:docMk/>
            <pc:sldMk cId="2010322170" sldId="287"/>
            <ac:grpSpMk id="94" creationId="{CD47A6BA-9E63-BFE6-18EF-0F8ED3B189D1}"/>
          </ac:grpSpMkLst>
        </pc:grpChg>
        <pc:grpChg chg="add del mod">
          <ac:chgData name="Matthew Dodds" userId="80d5a6ea92063750" providerId="LiveId" clId="{614D3421-716A-4CB0-994B-C24DF82A0F6F}" dt="2025-12-11T11:48:10.089" v="506" actId="478"/>
          <ac:grpSpMkLst>
            <pc:docMk/>
            <pc:sldMk cId="2010322170" sldId="287"/>
            <ac:grpSpMk id="100" creationId="{A0EBACBD-4A05-6518-F63B-74825DDA7F6E}"/>
          </ac:grpSpMkLst>
        </pc:grpChg>
        <pc:grpChg chg="add del mod">
          <ac:chgData name="Matthew Dodds" userId="80d5a6ea92063750" providerId="LiveId" clId="{614D3421-716A-4CB0-994B-C24DF82A0F6F}" dt="2025-12-11T16:38:18.106" v="2197" actId="478"/>
          <ac:grpSpMkLst>
            <pc:docMk/>
            <pc:sldMk cId="2010322170" sldId="287"/>
            <ac:grpSpMk id="109" creationId="{07A3EC5B-D41C-5169-3624-334EFCC598EC}"/>
          </ac:grpSpMkLst>
        </pc:grpChg>
        <pc:grpChg chg="add mod">
          <ac:chgData name="Matthew Dodds" userId="80d5a6ea92063750" providerId="LiveId" clId="{614D3421-716A-4CB0-994B-C24DF82A0F6F}" dt="2025-12-11T17:59:50.079" v="3374" actId="1036"/>
          <ac:grpSpMkLst>
            <pc:docMk/>
            <pc:sldMk cId="2010322170" sldId="287"/>
            <ac:grpSpMk id="110" creationId="{58055A3F-EC9F-1527-AD80-15B566544AE2}"/>
          </ac:grpSpMkLst>
        </pc:grpChg>
        <pc:grpChg chg="add mod">
          <ac:chgData name="Matthew Dodds" userId="80d5a6ea92063750" providerId="LiveId" clId="{614D3421-716A-4CB0-994B-C24DF82A0F6F}" dt="2025-12-11T18:41:55.293" v="4329" actId="14100"/>
          <ac:grpSpMkLst>
            <pc:docMk/>
            <pc:sldMk cId="2010322170" sldId="287"/>
            <ac:grpSpMk id="111" creationId="{05A2CE72-AC14-CA62-D08B-5A69EDEC3CB8}"/>
          </ac:grpSpMkLst>
        </pc:grpChg>
        <pc:grpChg chg="add mod">
          <ac:chgData name="Matthew Dodds" userId="80d5a6ea92063750" providerId="LiveId" clId="{614D3421-716A-4CB0-994B-C24DF82A0F6F}" dt="2025-12-11T16:50:24.310" v="2534" actId="164"/>
          <ac:grpSpMkLst>
            <pc:docMk/>
            <pc:sldMk cId="2010322170" sldId="287"/>
            <ac:grpSpMk id="124" creationId="{EA391FC7-FE25-8D6B-158C-95883A1CD5BF}"/>
          </ac:grpSpMkLst>
        </pc:grpChg>
        <pc:grpChg chg="add mod">
          <ac:chgData name="Matthew Dodds" userId="80d5a6ea92063750" providerId="LiveId" clId="{614D3421-716A-4CB0-994B-C24DF82A0F6F}" dt="2025-12-11T16:50:36.706" v="2536" actId="1076"/>
          <ac:grpSpMkLst>
            <pc:docMk/>
            <pc:sldMk cId="2010322170" sldId="287"/>
            <ac:grpSpMk id="125" creationId="{71A6F204-C3DA-04B0-FAC0-0CE93CD568CF}"/>
          </ac:grpSpMkLst>
        </pc:grpChg>
        <pc:grpChg chg="add mod">
          <ac:chgData name="Matthew Dodds" userId="80d5a6ea92063750" providerId="LiveId" clId="{614D3421-716A-4CB0-994B-C24DF82A0F6F}" dt="2025-12-11T16:51:33.848" v="2565" actId="1038"/>
          <ac:grpSpMkLst>
            <pc:docMk/>
            <pc:sldMk cId="2010322170" sldId="287"/>
            <ac:grpSpMk id="128" creationId="{AC32D477-739C-CC0C-2AA3-18BFA182C683}"/>
          </ac:grpSpMkLst>
        </pc:grpChg>
        <pc:grpChg chg="add mod">
          <ac:chgData name="Matthew Dodds" userId="80d5a6ea92063750" providerId="LiveId" clId="{614D3421-716A-4CB0-994B-C24DF82A0F6F}" dt="2025-12-11T16:51:58.077" v="2574" actId="1035"/>
          <ac:grpSpMkLst>
            <pc:docMk/>
            <pc:sldMk cId="2010322170" sldId="287"/>
            <ac:grpSpMk id="131" creationId="{1F3159F3-68EF-94C1-4C68-DB60C9061CB7}"/>
          </ac:grpSpMkLst>
        </pc:grpChg>
        <pc:grpChg chg="add mod">
          <ac:chgData name="Matthew Dodds" userId="80d5a6ea92063750" providerId="LiveId" clId="{614D3421-716A-4CB0-994B-C24DF82A0F6F}" dt="2025-12-11T16:52:14.562" v="2583" actId="1076"/>
          <ac:grpSpMkLst>
            <pc:docMk/>
            <pc:sldMk cId="2010322170" sldId="287"/>
            <ac:grpSpMk id="134" creationId="{5FAD0AE1-528D-5B00-4892-CFBA939745C4}"/>
          </ac:grpSpMkLst>
        </pc:grpChg>
        <pc:grpChg chg="add del mod">
          <ac:chgData name="Matthew Dodds" userId="80d5a6ea92063750" providerId="LiveId" clId="{614D3421-716A-4CB0-994B-C24DF82A0F6F}" dt="2025-12-11T17:46:09.077" v="3151" actId="478"/>
          <ac:grpSpMkLst>
            <pc:docMk/>
            <pc:sldMk cId="2010322170" sldId="287"/>
            <ac:grpSpMk id="144" creationId="{921702D9-C1AE-5BEA-A5D7-682DF00822B5}"/>
          </ac:grpSpMkLst>
        </pc:grpChg>
        <pc:grpChg chg="add del mod">
          <ac:chgData name="Matthew Dodds" userId="80d5a6ea92063750" providerId="LiveId" clId="{614D3421-716A-4CB0-994B-C24DF82A0F6F}" dt="2025-12-11T17:13:09.380" v="2912" actId="165"/>
          <ac:grpSpMkLst>
            <pc:docMk/>
            <pc:sldMk cId="2010322170" sldId="287"/>
            <ac:grpSpMk id="145" creationId="{26369209-EF6D-D9F2-463D-18E729FA38C4}"/>
          </ac:grpSpMkLst>
        </pc:grpChg>
        <pc:grpChg chg="add mod">
          <ac:chgData name="Matthew Dodds" userId="80d5a6ea92063750" providerId="LiveId" clId="{614D3421-716A-4CB0-994B-C24DF82A0F6F}" dt="2025-12-11T17:10:47.142" v="2786" actId="1038"/>
          <ac:grpSpMkLst>
            <pc:docMk/>
            <pc:sldMk cId="2010322170" sldId="287"/>
            <ac:grpSpMk id="146" creationId="{2F7C3466-1368-210E-FB24-D6854C3424EF}"/>
          </ac:grpSpMkLst>
        </pc:grpChg>
        <pc:grpChg chg="add mod">
          <ac:chgData name="Matthew Dodds" userId="80d5a6ea92063750" providerId="LiveId" clId="{614D3421-716A-4CB0-994B-C24DF82A0F6F}" dt="2025-12-11T18:06:28.659" v="3483" actId="1036"/>
          <ac:grpSpMkLst>
            <pc:docMk/>
            <pc:sldMk cId="2010322170" sldId="287"/>
            <ac:grpSpMk id="148" creationId="{1CF4A169-1172-1DD1-B7D6-130C60866D4B}"/>
          </ac:grpSpMkLst>
        </pc:grpChg>
        <pc:grpChg chg="add mod">
          <ac:chgData name="Matthew Dodds" userId="80d5a6ea92063750" providerId="LiveId" clId="{614D3421-716A-4CB0-994B-C24DF82A0F6F}" dt="2025-12-11T18:42:51.187" v="4349" actId="1037"/>
          <ac:grpSpMkLst>
            <pc:docMk/>
            <pc:sldMk cId="2010322170" sldId="287"/>
            <ac:grpSpMk id="150" creationId="{20D61A3D-3ADF-501A-B4C6-CC87F314EA32}"/>
          </ac:grpSpMkLst>
        </pc:grpChg>
        <pc:grpChg chg="add mod">
          <ac:chgData name="Matthew Dodds" userId="80d5a6ea92063750" providerId="LiveId" clId="{614D3421-716A-4CB0-994B-C24DF82A0F6F}" dt="2025-12-11T18:00:23.358" v="3390" actId="1036"/>
          <ac:grpSpMkLst>
            <pc:docMk/>
            <pc:sldMk cId="2010322170" sldId="287"/>
            <ac:grpSpMk id="153" creationId="{A7FC9B2F-60FD-5FE1-2969-FD90273CC03D}"/>
          </ac:grpSpMkLst>
        </pc:grpChg>
        <pc:grpChg chg="add mod">
          <ac:chgData name="Matthew Dodds" userId="80d5a6ea92063750" providerId="LiveId" clId="{614D3421-716A-4CB0-994B-C24DF82A0F6F}" dt="2025-12-11T18:06:28.659" v="3483" actId="1036"/>
          <ac:grpSpMkLst>
            <pc:docMk/>
            <pc:sldMk cId="2010322170" sldId="287"/>
            <ac:grpSpMk id="156" creationId="{55437F4C-7D62-04DC-8058-68E35FAA9220}"/>
          </ac:grpSpMkLst>
        </pc:grpChg>
        <pc:grpChg chg="add mod">
          <ac:chgData name="Matthew Dodds" userId="80d5a6ea92063750" providerId="LiveId" clId="{614D3421-716A-4CB0-994B-C24DF82A0F6F}" dt="2025-12-11T18:00:23.358" v="3390" actId="1036"/>
          <ac:grpSpMkLst>
            <pc:docMk/>
            <pc:sldMk cId="2010322170" sldId="287"/>
            <ac:grpSpMk id="159" creationId="{AECE07D3-E3C2-B4C1-2F0D-17293D48B4F8}"/>
          </ac:grpSpMkLst>
        </pc:grpChg>
        <pc:grpChg chg="add mod">
          <ac:chgData name="Matthew Dodds" userId="80d5a6ea92063750" providerId="LiveId" clId="{614D3421-716A-4CB0-994B-C24DF82A0F6F}" dt="2025-12-11T17:59:31.350" v="3371" actId="1076"/>
          <ac:grpSpMkLst>
            <pc:docMk/>
            <pc:sldMk cId="2010322170" sldId="287"/>
            <ac:grpSpMk id="172" creationId="{D97DC10A-0074-076D-C007-2FA500DDAA1C}"/>
          </ac:grpSpMkLst>
        </pc:grpChg>
        <pc:grpChg chg="add mod">
          <ac:chgData name="Matthew Dodds" userId="80d5a6ea92063750" providerId="LiveId" clId="{614D3421-716A-4CB0-994B-C24DF82A0F6F}" dt="2025-12-11T18:06:07.704" v="3468" actId="1036"/>
          <ac:grpSpMkLst>
            <pc:docMk/>
            <pc:sldMk cId="2010322170" sldId="287"/>
            <ac:grpSpMk id="180" creationId="{A514288F-332F-3B98-E20D-2DA924D32DB3}"/>
          </ac:grpSpMkLst>
        </pc:grpChg>
        <pc:grpChg chg="add mod">
          <ac:chgData name="Matthew Dodds" userId="80d5a6ea92063750" providerId="LiveId" clId="{614D3421-716A-4CB0-994B-C24DF82A0F6F}" dt="2025-12-11T18:06:07.704" v="3468" actId="1036"/>
          <ac:grpSpMkLst>
            <pc:docMk/>
            <pc:sldMk cId="2010322170" sldId="287"/>
            <ac:grpSpMk id="184" creationId="{CC77519C-B0AC-1ECC-090A-25F390D90A6E}"/>
          </ac:grpSpMkLst>
        </pc:grpChg>
        <pc:grpChg chg="add mod">
          <ac:chgData name="Matthew Dodds" userId="80d5a6ea92063750" providerId="LiveId" clId="{614D3421-716A-4CB0-994B-C24DF82A0F6F}" dt="2025-12-11T18:03:45.689" v="3425" actId="1076"/>
          <ac:grpSpMkLst>
            <pc:docMk/>
            <pc:sldMk cId="2010322170" sldId="287"/>
            <ac:grpSpMk id="186" creationId="{D937F7EE-6888-E77F-13BC-7656F382F508}"/>
          </ac:grpSpMkLst>
        </pc:grpChg>
        <pc:cxnChg chg="mod">
          <ac:chgData name="Matthew Dodds" userId="80d5a6ea92063750" providerId="LiveId" clId="{614D3421-716A-4CB0-994B-C24DF82A0F6F}" dt="2025-12-11T18:13:32.738" v="3608" actId="14100"/>
          <ac:cxnSpMkLst>
            <pc:docMk/>
            <pc:sldMk cId="2010322170" sldId="287"/>
            <ac:cxnSpMk id="27" creationId="{DD7FE9DD-6196-E929-38AF-A8B3408AC94E}"/>
          </ac:cxnSpMkLst>
        </pc:cxnChg>
        <pc:cxnChg chg="add mod">
          <ac:chgData name="Matthew Dodds" userId="80d5a6ea92063750" providerId="LiveId" clId="{614D3421-716A-4CB0-994B-C24DF82A0F6F}" dt="2025-12-11T18:03:30.073" v="3421" actId="14100"/>
          <ac:cxnSpMkLst>
            <pc:docMk/>
            <pc:sldMk cId="2010322170" sldId="287"/>
            <ac:cxnSpMk id="115" creationId="{1197BF03-A98D-6F60-EDC6-B6DC5964F3D9}"/>
          </ac:cxnSpMkLst>
        </pc:cxnChg>
        <pc:cxnChg chg="add mod">
          <ac:chgData name="Matthew Dodds" userId="80d5a6ea92063750" providerId="LiveId" clId="{614D3421-716A-4CB0-994B-C24DF82A0F6F}" dt="2025-12-11T17:59:26.325" v="3370" actId="14100"/>
          <ac:cxnSpMkLst>
            <pc:docMk/>
            <pc:sldMk cId="2010322170" sldId="287"/>
            <ac:cxnSpMk id="121" creationId="{9AEDDD97-97E5-7A16-0D7D-E3C2DB827030}"/>
          </ac:cxnSpMkLst>
        </pc:cxnChg>
        <pc:cxnChg chg="add mod">
          <ac:chgData name="Matthew Dodds" userId="80d5a6ea92063750" providerId="LiveId" clId="{614D3421-716A-4CB0-994B-C24DF82A0F6F}" dt="2025-12-11T18:07:38.774" v="3501" actId="1035"/>
          <ac:cxnSpMkLst>
            <pc:docMk/>
            <pc:sldMk cId="2010322170" sldId="287"/>
            <ac:cxnSpMk id="137" creationId="{00FAE24D-4424-7CC2-AE9D-B69D6BBD82C1}"/>
          </ac:cxnSpMkLst>
        </pc:cxnChg>
        <pc:cxnChg chg="add mod">
          <ac:chgData name="Matthew Dodds" userId="80d5a6ea92063750" providerId="LiveId" clId="{614D3421-716A-4CB0-994B-C24DF82A0F6F}" dt="2025-12-11T18:03:09.209" v="3419" actId="164"/>
          <ac:cxnSpMkLst>
            <pc:docMk/>
            <pc:sldMk cId="2010322170" sldId="287"/>
            <ac:cxnSpMk id="178" creationId="{078AE643-ED51-472C-0121-2CA045619696}"/>
          </ac:cxnSpMkLst>
        </pc:cxnChg>
        <pc:cxnChg chg="add mod">
          <ac:chgData name="Matthew Dodds" userId="80d5a6ea92063750" providerId="LiveId" clId="{614D3421-716A-4CB0-994B-C24DF82A0F6F}" dt="2025-12-11T18:03:09.209" v="3419" actId="164"/>
          <ac:cxnSpMkLst>
            <pc:docMk/>
            <pc:sldMk cId="2010322170" sldId="287"/>
            <ac:cxnSpMk id="183" creationId="{971FC4DA-F7E0-00C3-5948-8F542285A02E}"/>
          </ac:cxnSpMkLst>
        </pc:cxnChg>
        <pc:cxnChg chg="add mod">
          <ac:chgData name="Matthew Dodds" userId="80d5a6ea92063750" providerId="LiveId" clId="{614D3421-716A-4CB0-994B-C24DF82A0F6F}" dt="2025-12-11T18:12:17.628" v="3586"/>
          <ac:cxnSpMkLst>
            <pc:docMk/>
            <pc:sldMk cId="2010322170" sldId="287"/>
            <ac:cxnSpMk id="189" creationId="{36E45C0B-7691-C323-671C-76AC66B79E9F}"/>
          </ac:cxnSpMkLst>
        </pc:cxnChg>
      </pc:sldChg>
      <pc:sldChg chg="del">
        <pc:chgData name="Matthew Dodds" userId="80d5a6ea92063750" providerId="LiveId" clId="{614D3421-716A-4CB0-994B-C24DF82A0F6F}" dt="2025-12-11T10:27:53.937" v="82" actId="47"/>
        <pc:sldMkLst>
          <pc:docMk/>
          <pc:sldMk cId="2795855296" sldId="287"/>
        </pc:sldMkLst>
      </pc:sldChg>
      <pc:sldChg chg="del">
        <pc:chgData name="Matthew Dodds" userId="80d5a6ea92063750" providerId="LiveId" clId="{614D3421-716A-4CB0-994B-C24DF82A0F6F}" dt="2025-12-11T10:27:57.391" v="83" actId="47"/>
        <pc:sldMkLst>
          <pc:docMk/>
          <pc:sldMk cId="2895963385" sldId="288"/>
        </pc:sldMkLst>
      </pc:sldChg>
      <pc:sldChg chg="addSp delSp modSp add del mod ord setBg">
        <pc:chgData name="Matthew Dodds" userId="80d5a6ea92063750" providerId="LiveId" clId="{614D3421-716A-4CB0-994B-C24DF82A0F6F}" dt="2025-12-12T00:49:29.289" v="5905" actId="47"/>
        <pc:sldMkLst>
          <pc:docMk/>
          <pc:sldMk cId="4037535252" sldId="288"/>
        </pc:sldMkLst>
        <pc:spChg chg="mod">
          <ac:chgData name="Matthew Dodds" userId="80d5a6ea92063750" providerId="LiveId" clId="{614D3421-716A-4CB0-994B-C24DF82A0F6F}" dt="2025-12-11T15:30:04.753" v="728" actId="20577"/>
          <ac:spMkLst>
            <pc:docMk/>
            <pc:sldMk cId="4037535252" sldId="288"/>
            <ac:spMk id="13" creationId="{9D7F71F3-B7C2-5308-B637-902CB5559BAA}"/>
          </ac:spMkLst>
        </pc:spChg>
        <pc:spChg chg="add mod">
          <ac:chgData name="Matthew Dodds" userId="80d5a6ea92063750" providerId="LiveId" clId="{614D3421-716A-4CB0-994B-C24DF82A0F6F}" dt="2025-12-11T21:00:47.755" v="4398" actId="164"/>
          <ac:spMkLst>
            <pc:docMk/>
            <pc:sldMk cId="4037535252" sldId="288"/>
            <ac:spMk id="14" creationId="{98CD39FB-F0F6-CA56-0247-016FB72F9057}"/>
          </ac:spMkLst>
        </pc:spChg>
        <pc:spChg chg="del">
          <ac:chgData name="Matthew Dodds" userId="80d5a6ea92063750" providerId="LiveId" clId="{614D3421-716A-4CB0-994B-C24DF82A0F6F}" dt="2025-12-11T15:30:25.136" v="729" actId="478"/>
          <ac:spMkLst>
            <pc:docMk/>
            <pc:sldMk cId="4037535252" sldId="288"/>
            <ac:spMk id="15" creationId="{AB0B00AA-1D0A-6941-3144-1E9691D37DF6}"/>
          </ac:spMkLst>
        </pc:spChg>
        <pc:spChg chg="del">
          <ac:chgData name="Matthew Dodds" userId="80d5a6ea92063750" providerId="LiveId" clId="{614D3421-716A-4CB0-994B-C24DF82A0F6F}" dt="2025-12-11T15:30:25.136" v="729" actId="478"/>
          <ac:spMkLst>
            <pc:docMk/>
            <pc:sldMk cId="4037535252" sldId="288"/>
            <ac:spMk id="17" creationId="{DC60E381-FA73-3E62-6BDD-4C42D04D5182}"/>
          </ac:spMkLst>
        </pc:spChg>
        <pc:spChg chg="del">
          <ac:chgData name="Matthew Dodds" userId="80d5a6ea92063750" providerId="LiveId" clId="{614D3421-716A-4CB0-994B-C24DF82A0F6F}" dt="2025-12-11T15:30:25.136" v="729" actId="478"/>
          <ac:spMkLst>
            <pc:docMk/>
            <pc:sldMk cId="4037535252" sldId="288"/>
            <ac:spMk id="19" creationId="{5B201682-527D-8577-309D-3ADC1CE866E0}"/>
          </ac:spMkLst>
        </pc:spChg>
        <pc:spChg chg="del">
          <ac:chgData name="Matthew Dodds" userId="80d5a6ea92063750" providerId="LiveId" clId="{614D3421-716A-4CB0-994B-C24DF82A0F6F}" dt="2025-12-11T15:30:25.136" v="729" actId="478"/>
          <ac:spMkLst>
            <pc:docMk/>
            <pc:sldMk cId="4037535252" sldId="288"/>
            <ac:spMk id="20" creationId="{884B32A1-21BA-701A-CC4E-FAB2836FAE0C}"/>
          </ac:spMkLst>
        </pc:spChg>
        <pc:spChg chg="del">
          <ac:chgData name="Matthew Dodds" userId="80d5a6ea92063750" providerId="LiveId" clId="{614D3421-716A-4CB0-994B-C24DF82A0F6F}" dt="2025-12-11T15:30:25.136" v="729" actId="478"/>
          <ac:spMkLst>
            <pc:docMk/>
            <pc:sldMk cId="4037535252" sldId="288"/>
            <ac:spMk id="21" creationId="{04B565DF-151D-C215-2811-D1EF0A410F9B}"/>
          </ac:spMkLst>
        </pc:spChg>
        <pc:spChg chg="del">
          <ac:chgData name="Matthew Dodds" userId="80d5a6ea92063750" providerId="LiveId" clId="{614D3421-716A-4CB0-994B-C24DF82A0F6F}" dt="2025-12-11T15:30:25.136" v="729" actId="478"/>
          <ac:spMkLst>
            <pc:docMk/>
            <pc:sldMk cId="4037535252" sldId="288"/>
            <ac:spMk id="22" creationId="{85B6FB7D-FF12-D721-218E-85FDFE1FE681}"/>
          </ac:spMkLst>
        </pc:spChg>
        <pc:spChg chg="del">
          <ac:chgData name="Matthew Dodds" userId="80d5a6ea92063750" providerId="LiveId" clId="{614D3421-716A-4CB0-994B-C24DF82A0F6F}" dt="2025-12-11T15:30:25.136" v="729" actId="478"/>
          <ac:spMkLst>
            <pc:docMk/>
            <pc:sldMk cId="4037535252" sldId="288"/>
            <ac:spMk id="24" creationId="{9F1A9C32-D7CB-91B5-F08F-D4630A699E86}"/>
          </ac:spMkLst>
        </pc:spChg>
        <pc:spChg chg="del">
          <ac:chgData name="Matthew Dodds" userId="80d5a6ea92063750" providerId="LiveId" clId="{614D3421-716A-4CB0-994B-C24DF82A0F6F}" dt="2025-12-11T15:30:25.136" v="729" actId="478"/>
          <ac:spMkLst>
            <pc:docMk/>
            <pc:sldMk cId="4037535252" sldId="288"/>
            <ac:spMk id="31" creationId="{3C75C4DE-AB05-47DD-08F6-9B93E7E725FB}"/>
          </ac:spMkLst>
        </pc:spChg>
        <pc:spChg chg="add mod">
          <ac:chgData name="Matthew Dodds" userId="80d5a6ea92063750" providerId="LiveId" clId="{614D3421-716A-4CB0-994B-C24DF82A0F6F}" dt="2025-12-11T16:29:03.427" v="2087" actId="1036"/>
          <ac:spMkLst>
            <pc:docMk/>
            <pc:sldMk cId="4037535252" sldId="288"/>
            <ac:spMk id="38" creationId="{EF3A580A-2D8F-FC8E-01C3-269C27AB1B84}"/>
          </ac:spMkLst>
        </pc:spChg>
        <pc:spChg chg="add mod">
          <ac:chgData name="Matthew Dodds" userId="80d5a6ea92063750" providerId="LiveId" clId="{614D3421-716A-4CB0-994B-C24DF82A0F6F}" dt="2025-12-11T16:29:03.427" v="2087" actId="1036"/>
          <ac:spMkLst>
            <pc:docMk/>
            <pc:sldMk cId="4037535252" sldId="288"/>
            <ac:spMk id="39" creationId="{C9402826-393D-454E-64E0-E7E98BE9F987}"/>
          </ac:spMkLst>
        </pc:spChg>
        <pc:spChg chg="add mod">
          <ac:chgData name="Matthew Dodds" userId="80d5a6ea92063750" providerId="LiveId" clId="{614D3421-716A-4CB0-994B-C24DF82A0F6F}" dt="2025-12-11T16:29:03.427" v="2087" actId="1036"/>
          <ac:spMkLst>
            <pc:docMk/>
            <pc:sldMk cId="4037535252" sldId="288"/>
            <ac:spMk id="41" creationId="{AD66785A-CAA7-791C-5916-5FE9EA57F147}"/>
          </ac:spMkLst>
        </pc:spChg>
        <pc:spChg chg="add mod topLvl">
          <ac:chgData name="Matthew Dodds" userId="80d5a6ea92063750" providerId="LiveId" clId="{614D3421-716A-4CB0-994B-C24DF82A0F6F}" dt="2025-12-11T21:01:03.963" v="4407" actId="164"/>
          <ac:spMkLst>
            <pc:docMk/>
            <pc:sldMk cId="4037535252" sldId="288"/>
            <ac:spMk id="42" creationId="{877D9D32-EFB9-0EFE-29F5-22CE34A97B91}"/>
          </ac:spMkLst>
        </pc:spChg>
        <pc:spChg chg="del">
          <ac:chgData name="Matthew Dodds" userId="80d5a6ea92063750" providerId="LiveId" clId="{614D3421-716A-4CB0-994B-C24DF82A0F6F}" dt="2025-12-11T15:30:25.136" v="729" actId="478"/>
          <ac:spMkLst>
            <pc:docMk/>
            <pc:sldMk cId="4037535252" sldId="288"/>
            <ac:spMk id="49" creationId="{861C6A8A-F35B-5D36-1172-9E3B4723CB5A}"/>
          </ac:spMkLst>
        </pc:spChg>
        <pc:spChg chg="mod topLvl">
          <ac:chgData name="Matthew Dodds" userId="80d5a6ea92063750" providerId="LiveId" clId="{614D3421-716A-4CB0-994B-C24DF82A0F6F}" dt="2025-12-11T20:57:27.264" v="4369" actId="1076"/>
          <ac:spMkLst>
            <pc:docMk/>
            <pc:sldMk cId="4037535252" sldId="288"/>
            <ac:spMk id="70" creationId="{A49DFABE-EAE4-3586-0359-328F8C237825}"/>
          </ac:spMkLst>
        </pc:spChg>
        <pc:spChg chg="del">
          <ac:chgData name="Matthew Dodds" userId="80d5a6ea92063750" providerId="LiveId" clId="{614D3421-716A-4CB0-994B-C24DF82A0F6F}" dt="2025-12-11T15:30:25.136" v="729" actId="478"/>
          <ac:spMkLst>
            <pc:docMk/>
            <pc:sldMk cId="4037535252" sldId="288"/>
            <ac:spMk id="81" creationId="{836A1FBC-E980-5963-8C7F-72DDBDE52275}"/>
          </ac:spMkLst>
        </pc:spChg>
        <pc:spChg chg="del mod topLvl">
          <ac:chgData name="Matthew Dodds" userId="80d5a6ea92063750" providerId="LiveId" clId="{614D3421-716A-4CB0-994B-C24DF82A0F6F}" dt="2025-12-11T15:31:25.848" v="732" actId="478"/>
          <ac:spMkLst>
            <pc:docMk/>
            <pc:sldMk cId="4037535252" sldId="288"/>
            <ac:spMk id="84" creationId="{1A11A33E-515D-0CEE-C3F3-AFCD0657EB43}"/>
          </ac:spMkLst>
        </pc:spChg>
        <pc:spChg chg="del mod topLvl">
          <ac:chgData name="Matthew Dodds" userId="80d5a6ea92063750" providerId="LiveId" clId="{614D3421-716A-4CB0-994B-C24DF82A0F6F}" dt="2025-12-11T20:57:49.874" v="4370" actId="478"/>
          <ac:spMkLst>
            <pc:docMk/>
            <pc:sldMk cId="4037535252" sldId="288"/>
            <ac:spMk id="86" creationId="{8F30BFBD-3D17-BEDE-C9C8-DB5EF22CE50A}"/>
          </ac:spMkLst>
        </pc:spChg>
        <pc:spChg chg="mod topLvl">
          <ac:chgData name="Matthew Dodds" userId="80d5a6ea92063750" providerId="LiveId" clId="{614D3421-716A-4CB0-994B-C24DF82A0F6F}" dt="2025-12-11T20:59:56.258" v="4396" actId="165"/>
          <ac:spMkLst>
            <pc:docMk/>
            <pc:sldMk cId="4037535252" sldId="288"/>
            <ac:spMk id="87" creationId="{BB164F44-A8C1-0F58-8EE6-B302BB42ACAD}"/>
          </ac:spMkLst>
        </pc:spChg>
        <pc:spChg chg="del mod topLvl">
          <ac:chgData name="Matthew Dodds" userId="80d5a6ea92063750" providerId="LiveId" clId="{614D3421-716A-4CB0-994B-C24DF82A0F6F}" dt="2025-12-11T16:07:50.646" v="1516" actId="478"/>
          <ac:spMkLst>
            <pc:docMk/>
            <pc:sldMk cId="4037535252" sldId="288"/>
            <ac:spMk id="88" creationId="{917ABFA7-1847-FD76-8130-BB1B03D52C8A}"/>
          </ac:spMkLst>
        </pc:spChg>
        <pc:spChg chg="del mod topLvl">
          <ac:chgData name="Matthew Dodds" userId="80d5a6ea92063750" providerId="LiveId" clId="{614D3421-716A-4CB0-994B-C24DF82A0F6F}" dt="2025-12-11T16:07:46.796" v="1515" actId="478"/>
          <ac:spMkLst>
            <pc:docMk/>
            <pc:sldMk cId="4037535252" sldId="288"/>
            <ac:spMk id="89" creationId="{62EE8F5A-CBB1-149E-C693-650C5C55AB39}"/>
          </ac:spMkLst>
        </pc:spChg>
        <pc:spChg chg="del mod topLvl">
          <ac:chgData name="Matthew Dodds" userId="80d5a6ea92063750" providerId="LiveId" clId="{614D3421-716A-4CB0-994B-C24DF82A0F6F}" dt="2025-12-11T16:07:52.730" v="1517" actId="478"/>
          <ac:spMkLst>
            <pc:docMk/>
            <pc:sldMk cId="4037535252" sldId="288"/>
            <ac:spMk id="90" creationId="{148682A6-91C6-6AB6-9E2B-B7A144CD31C3}"/>
          </ac:spMkLst>
        </pc:spChg>
        <pc:spChg chg="add mod">
          <ac:chgData name="Matthew Dodds" userId="80d5a6ea92063750" providerId="LiveId" clId="{614D3421-716A-4CB0-994B-C24DF82A0F6F}" dt="2025-12-11T20:59:16.857" v="4393" actId="1076"/>
          <ac:spMkLst>
            <pc:docMk/>
            <pc:sldMk cId="4037535252" sldId="288"/>
            <ac:spMk id="91" creationId="{4B3DC435-DB00-B3BD-04EA-5C6F8AFB2FB8}"/>
          </ac:spMkLst>
        </pc:spChg>
        <pc:spChg chg="add del mod">
          <ac:chgData name="Matthew Dodds" userId="80d5a6ea92063750" providerId="LiveId" clId="{614D3421-716A-4CB0-994B-C24DF82A0F6F}" dt="2025-12-11T15:46:25.608" v="1061" actId="478"/>
          <ac:spMkLst>
            <pc:docMk/>
            <pc:sldMk cId="4037535252" sldId="288"/>
            <ac:spMk id="92" creationId="{F7D4E3D7-DC10-0FAA-0126-9B6CBF4DC5CA}"/>
          </ac:spMkLst>
        </pc:spChg>
        <pc:spChg chg="add del mod">
          <ac:chgData name="Matthew Dodds" userId="80d5a6ea92063750" providerId="LiveId" clId="{614D3421-716A-4CB0-994B-C24DF82A0F6F}" dt="2025-12-11T15:46:28.098" v="1062" actId="478"/>
          <ac:spMkLst>
            <pc:docMk/>
            <pc:sldMk cId="4037535252" sldId="288"/>
            <ac:spMk id="93" creationId="{2572BD81-8D2C-F15C-9EBF-BC0A533A39C5}"/>
          </ac:spMkLst>
        </pc:spChg>
        <pc:spChg chg="add del mod">
          <ac:chgData name="Matthew Dodds" userId="80d5a6ea92063750" providerId="LiveId" clId="{614D3421-716A-4CB0-994B-C24DF82A0F6F}" dt="2025-12-11T15:46:30.332" v="1063" actId="478"/>
          <ac:spMkLst>
            <pc:docMk/>
            <pc:sldMk cId="4037535252" sldId="288"/>
            <ac:spMk id="94" creationId="{90E258FB-CE57-D7E9-DAE2-F9D86FDDB041}"/>
          </ac:spMkLst>
        </pc:spChg>
        <pc:spChg chg="mod">
          <ac:chgData name="Matthew Dodds" userId="80d5a6ea92063750" providerId="LiveId" clId="{614D3421-716A-4CB0-994B-C24DF82A0F6F}" dt="2025-12-11T15:33:34.108" v="765"/>
          <ac:spMkLst>
            <pc:docMk/>
            <pc:sldMk cId="4037535252" sldId="288"/>
            <ac:spMk id="98" creationId="{2C249DCF-8E00-F2FF-7352-24D857DAC623}"/>
          </ac:spMkLst>
        </pc:spChg>
        <pc:spChg chg="mod">
          <ac:chgData name="Matthew Dodds" userId="80d5a6ea92063750" providerId="LiveId" clId="{614D3421-716A-4CB0-994B-C24DF82A0F6F}" dt="2025-12-11T15:33:34.108" v="765"/>
          <ac:spMkLst>
            <pc:docMk/>
            <pc:sldMk cId="4037535252" sldId="288"/>
            <ac:spMk id="99" creationId="{A7650B72-5C75-B061-3782-6B93314D753B}"/>
          </ac:spMkLst>
        </pc:spChg>
        <pc:spChg chg="mod">
          <ac:chgData name="Matthew Dodds" userId="80d5a6ea92063750" providerId="LiveId" clId="{614D3421-716A-4CB0-994B-C24DF82A0F6F}" dt="2025-12-11T15:33:34.108" v="765"/>
          <ac:spMkLst>
            <pc:docMk/>
            <pc:sldMk cId="4037535252" sldId="288"/>
            <ac:spMk id="100" creationId="{75218B02-4202-2D03-3EED-33D3378AAE7D}"/>
          </ac:spMkLst>
        </pc:spChg>
        <pc:spChg chg="mod">
          <ac:chgData name="Matthew Dodds" userId="80d5a6ea92063750" providerId="LiveId" clId="{614D3421-716A-4CB0-994B-C24DF82A0F6F}" dt="2025-12-11T15:33:34.108" v="765"/>
          <ac:spMkLst>
            <pc:docMk/>
            <pc:sldMk cId="4037535252" sldId="288"/>
            <ac:spMk id="101" creationId="{4C3EB42F-32E3-9329-85B9-E65B2B789E51}"/>
          </ac:spMkLst>
        </pc:spChg>
        <pc:spChg chg="mod">
          <ac:chgData name="Matthew Dodds" userId="80d5a6ea92063750" providerId="LiveId" clId="{614D3421-716A-4CB0-994B-C24DF82A0F6F}" dt="2025-12-11T15:33:34.108" v="765"/>
          <ac:spMkLst>
            <pc:docMk/>
            <pc:sldMk cId="4037535252" sldId="288"/>
            <ac:spMk id="102" creationId="{5722EAAD-63EC-F14E-EFC3-E49B0B305444}"/>
          </ac:spMkLst>
        </pc:spChg>
        <pc:spChg chg="add mod topLvl">
          <ac:chgData name="Matthew Dodds" userId="80d5a6ea92063750" providerId="LiveId" clId="{614D3421-716A-4CB0-994B-C24DF82A0F6F}" dt="2025-12-11T21:00:47.755" v="4398" actId="164"/>
          <ac:spMkLst>
            <pc:docMk/>
            <pc:sldMk cId="4037535252" sldId="288"/>
            <ac:spMk id="106" creationId="{32FD3238-7E0A-3DD9-47D2-6E19EAEBBB6B}"/>
          </ac:spMkLst>
        </pc:spChg>
        <pc:spChg chg="add del mod">
          <ac:chgData name="Matthew Dodds" userId="80d5a6ea92063750" providerId="LiveId" clId="{614D3421-716A-4CB0-994B-C24DF82A0F6F}" dt="2025-12-11T20:57:57.090" v="4374" actId="478"/>
          <ac:spMkLst>
            <pc:docMk/>
            <pc:sldMk cId="4037535252" sldId="288"/>
            <ac:spMk id="108" creationId="{1D41A89A-70A4-35D9-59AC-5937BB981CB7}"/>
          </ac:spMkLst>
        </pc:spChg>
        <pc:spChg chg="add mod">
          <ac:chgData name="Matthew Dodds" userId="80d5a6ea92063750" providerId="LiveId" clId="{614D3421-716A-4CB0-994B-C24DF82A0F6F}" dt="2025-12-11T16:11:02.880" v="1572" actId="1035"/>
          <ac:spMkLst>
            <pc:docMk/>
            <pc:sldMk cId="4037535252" sldId="288"/>
            <ac:spMk id="109" creationId="{80B568D3-05ED-D69B-B050-633E3D905A37}"/>
          </ac:spMkLst>
        </pc:spChg>
        <pc:spChg chg="add del mod">
          <ac:chgData name="Matthew Dodds" userId="80d5a6ea92063750" providerId="LiveId" clId="{614D3421-716A-4CB0-994B-C24DF82A0F6F}" dt="2025-12-11T16:10:01.552" v="1545" actId="478"/>
          <ac:spMkLst>
            <pc:docMk/>
            <pc:sldMk cId="4037535252" sldId="288"/>
            <ac:spMk id="110" creationId="{D856CEE9-25EE-0614-A0CF-C8D14C245624}"/>
          </ac:spMkLst>
        </pc:spChg>
        <pc:spChg chg="add del mod">
          <ac:chgData name="Matthew Dodds" userId="80d5a6ea92063750" providerId="LiveId" clId="{614D3421-716A-4CB0-994B-C24DF82A0F6F}" dt="2025-12-11T16:10:05.645" v="1546" actId="478"/>
          <ac:spMkLst>
            <pc:docMk/>
            <pc:sldMk cId="4037535252" sldId="288"/>
            <ac:spMk id="111" creationId="{6D87BEA2-5E5C-D90A-37CB-91EC66ADA0F8}"/>
          </ac:spMkLst>
        </pc:spChg>
        <pc:spChg chg="add del mod">
          <ac:chgData name="Matthew Dodds" userId="80d5a6ea92063750" providerId="LiveId" clId="{614D3421-716A-4CB0-994B-C24DF82A0F6F}" dt="2025-12-11T20:57:54.947" v="4373" actId="478"/>
          <ac:spMkLst>
            <pc:docMk/>
            <pc:sldMk cId="4037535252" sldId="288"/>
            <ac:spMk id="112" creationId="{E6448907-FBDE-FE5C-BA9A-16A8E4D7933D}"/>
          </ac:spMkLst>
        </pc:spChg>
        <pc:spChg chg="add mod">
          <ac:chgData name="Matthew Dodds" userId="80d5a6ea92063750" providerId="LiveId" clId="{614D3421-716A-4CB0-994B-C24DF82A0F6F}" dt="2025-12-11T16:05:20.862" v="1457" actId="164"/>
          <ac:spMkLst>
            <pc:docMk/>
            <pc:sldMk cId="4037535252" sldId="288"/>
            <ac:spMk id="113" creationId="{177347EF-EF72-1F14-5E70-7A8C14FBD32C}"/>
          </ac:spMkLst>
        </pc:spChg>
        <pc:spChg chg="add del mod">
          <ac:chgData name="Matthew Dodds" userId="80d5a6ea92063750" providerId="LiveId" clId="{614D3421-716A-4CB0-994B-C24DF82A0F6F}" dt="2025-12-11T16:07:55.602" v="1518" actId="478"/>
          <ac:spMkLst>
            <pc:docMk/>
            <pc:sldMk cId="4037535252" sldId="288"/>
            <ac:spMk id="114" creationId="{766903F3-407C-DD91-D5BB-B5C7996E3142}"/>
          </ac:spMkLst>
        </pc:spChg>
        <pc:spChg chg="add del mod">
          <ac:chgData name="Matthew Dodds" userId="80d5a6ea92063750" providerId="LiveId" clId="{614D3421-716A-4CB0-994B-C24DF82A0F6F}" dt="2025-12-11T16:07:58.182" v="1519" actId="478"/>
          <ac:spMkLst>
            <pc:docMk/>
            <pc:sldMk cId="4037535252" sldId="288"/>
            <ac:spMk id="115" creationId="{E6BB2B74-A998-4A6B-66EB-82FBB382924F}"/>
          </ac:spMkLst>
        </pc:spChg>
        <pc:spChg chg="add del mod">
          <ac:chgData name="Matthew Dodds" userId="80d5a6ea92063750" providerId="LiveId" clId="{614D3421-716A-4CB0-994B-C24DF82A0F6F}" dt="2025-12-11T15:50:50.827" v="1146" actId="478"/>
          <ac:spMkLst>
            <pc:docMk/>
            <pc:sldMk cId="4037535252" sldId="288"/>
            <ac:spMk id="116" creationId="{FC141A95-8F37-40CA-1510-4D95CE402F8D}"/>
          </ac:spMkLst>
        </pc:spChg>
        <pc:spChg chg="del mod topLvl">
          <ac:chgData name="Matthew Dodds" userId="80d5a6ea92063750" providerId="LiveId" clId="{614D3421-716A-4CB0-994B-C24DF82A0F6F}" dt="2025-12-11T16:22:45.052" v="1995" actId="478"/>
          <ac:spMkLst>
            <pc:docMk/>
            <pc:sldMk cId="4037535252" sldId="288"/>
            <ac:spMk id="118" creationId="{770263D1-B1DD-FCEE-C8C5-76ED302AB28F}"/>
          </ac:spMkLst>
        </pc:spChg>
        <pc:spChg chg="mod topLvl">
          <ac:chgData name="Matthew Dodds" userId="80d5a6ea92063750" providerId="LiveId" clId="{614D3421-716A-4CB0-994B-C24DF82A0F6F}" dt="2025-12-11T18:10:39.517" v="3538" actId="14100"/>
          <ac:spMkLst>
            <pc:docMk/>
            <pc:sldMk cId="4037535252" sldId="288"/>
            <ac:spMk id="119" creationId="{6156F5A4-9186-39DF-3024-8E8D407D81D7}"/>
          </ac:spMkLst>
        </pc:spChg>
        <pc:spChg chg="add del mod">
          <ac:chgData name="Matthew Dodds" userId="80d5a6ea92063750" providerId="LiveId" clId="{614D3421-716A-4CB0-994B-C24DF82A0F6F}" dt="2025-12-11T16:22:45.052" v="1995" actId="478"/>
          <ac:spMkLst>
            <pc:docMk/>
            <pc:sldMk cId="4037535252" sldId="288"/>
            <ac:spMk id="120" creationId="{088CD683-6C04-8D0B-95F2-4F9C6BB0BFC3}"/>
          </ac:spMkLst>
        </pc:spChg>
        <pc:spChg chg="mod topLvl">
          <ac:chgData name="Matthew Dodds" userId="80d5a6ea92063750" providerId="LiveId" clId="{614D3421-716A-4CB0-994B-C24DF82A0F6F}" dt="2025-12-11T18:20:32.089" v="3790" actId="1035"/>
          <ac:spMkLst>
            <pc:docMk/>
            <pc:sldMk cId="4037535252" sldId="288"/>
            <ac:spMk id="122" creationId="{6A917318-80AC-6E5A-7C30-564DDD92B164}"/>
          </ac:spMkLst>
        </pc:spChg>
        <pc:spChg chg="del mod topLvl">
          <ac:chgData name="Matthew Dodds" userId="80d5a6ea92063750" providerId="LiveId" clId="{614D3421-716A-4CB0-994B-C24DF82A0F6F}" dt="2025-12-11T16:23:48.659" v="2064" actId="478"/>
          <ac:spMkLst>
            <pc:docMk/>
            <pc:sldMk cId="4037535252" sldId="288"/>
            <ac:spMk id="123" creationId="{CE383CC9-34F6-F221-7137-F4F14F90CD79}"/>
          </ac:spMkLst>
        </pc:spChg>
        <pc:spChg chg="mod topLvl">
          <ac:chgData name="Matthew Dodds" userId="80d5a6ea92063750" providerId="LiveId" clId="{614D3421-716A-4CB0-994B-C24DF82A0F6F}" dt="2025-12-11T18:21:51.385" v="3901" actId="1038"/>
          <ac:spMkLst>
            <pc:docMk/>
            <pc:sldMk cId="4037535252" sldId="288"/>
            <ac:spMk id="124" creationId="{2B06070B-E7E5-5682-D0DE-12E2E0AD44FA}"/>
          </ac:spMkLst>
        </pc:spChg>
        <pc:spChg chg="mod topLvl">
          <ac:chgData name="Matthew Dodds" userId="80d5a6ea92063750" providerId="LiveId" clId="{614D3421-716A-4CB0-994B-C24DF82A0F6F}" dt="2025-12-11T18:18:07.073" v="3703" actId="1037"/>
          <ac:spMkLst>
            <pc:docMk/>
            <pc:sldMk cId="4037535252" sldId="288"/>
            <ac:spMk id="126" creationId="{707726C3-CBBB-0787-1E94-59A2E3C5CE79}"/>
          </ac:spMkLst>
        </pc:spChg>
        <pc:spChg chg="del mod topLvl">
          <ac:chgData name="Matthew Dodds" userId="80d5a6ea92063750" providerId="LiveId" clId="{614D3421-716A-4CB0-994B-C24DF82A0F6F}" dt="2025-12-11T16:23:50.609" v="2065" actId="478"/>
          <ac:spMkLst>
            <pc:docMk/>
            <pc:sldMk cId="4037535252" sldId="288"/>
            <ac:spMk id="127" creationId="{30288A4E-05AF-F25D-BDD1-6995EBBC90E9}"/>
          </ac:spMkLst>
        </pc:spChg>
        <pc:spChg chg="mod topLvl">
          <ac:chgData name="Matthew Dodds" userId="80d5a6ea92063750" providerId="LiveId" clId="{614D3421-716A-4CB0-994B-C24DF82A0F6F}" dt="2025-12-11T18:22:19.819" v="3908" actId="1035"/>
          <ac:spMkLst>
            <pc:docMk/>
            <pc:sldMk cId="4037535252" sldId="288"/>
            <ac:spMk id="128" creationId="{2044869D-157E-5A3D-7E33-6ACB98A85710}"/>
          </ac:spMkLst>
        </pc:spChg>
        <pc:spChg chg="add del mod">
          <ac:chgData name="Matthew Dodds" userId="80d5a6ea92063750" providerId="LiveId" clId="{614D3421-716A-4CB0-994B-C24DF82A0F6F}" dt="2025-12-11T16:21:28.713" v="1956" actId="478"/>
          <ac:spMkLst>
            <pc:docMk/>
            <pc:sldMk cId="4037535252" sldId="288"/>
            <ac:spMk id="129" creationId="{1BA96030-7BDC-430D-9322-CF69F5BA7F69}"/>
          </ac:spMkLst>
        </pc:spChg>
        <pc:spChg chg="add mod">
          <ac:chgData name="Matthew Dodds" userId="80d5a6ea92063750" providerId="LiveId" clId="{614D3421-716A-4CB0-994B-C24DF82A0F6F}" dt="2025-12-11T18:18:41.154" v="3732" actId="164"/>
          <ac:spMkLst>
            <pc:docMk/>
            <pc:sldMk cId="4037535252" sldId="288"/>
            <ac:spMk id="130" creationId="{FF9988E5-6AB6-355A-8C56-C1A732C62D1C}"/>
          </ac:spMkLst>
        </pc:spChg>
        <pc:spChg chg="add mod ord">
          <ac:chgData name="Matthew Dodds" userId="80d5a6ea92063750" providerId="LiveId" clId="{614D3421-716A-4CB0-994B-C24DF82A0F6F}" dt="2025-12-11T18:32:19.612" v="4261" actId="207"/>
          <ac:spMkLst>
            <pc:docMk/>
            <pc:sldMk cId="4037535252" sldId="288"/>
            <ac:spMk id="132" creationId="{997155B6-5FEE-BAC2-3A78-D96E17C71B4E}"/>
          </ac:spMkLst>
        </pc:spChg>
        <pc:spChg chg="mod">
          <ac:chgData name="Matthew Dodds" userId="80d5a6ea92063750" providerId="LiveId" clId="{614D3421-716A-4CB0-994B-C24DF82A0F6F}" dt="2025-12-11T18:32:03.363" v="4259" actId="207"/>
          <ac:spMkLst>
            <pc:docMk/>
            <pc:sldMk cId="4037535252" sldId="288"/>
            <ac:spMk id="135" creationId="{96C24F37-6E7F-75B0-7A8A-D1A9CD7D7183}"/>
          </ac:spMkLst>
        </pc:spChg>
        <pc:spChg chg="mod">
          <ac:chgData name="Matthew Dodds" userId="80d5a6ea92063750" providerId="LiveId" clId="{614D3421-716A-4CB0-994B-C24DF82A0F6F}" dt="2025-12-11T18:32:03.363" v="4259" actId="207"/>
          <ac:spMkLst>
            <pc:docMk/>
            <pc:sldMk cId="4037535252" sldId="288"/>
            <ac:spMk id="137" creationId="{74F8B6F9-DE87-EF56-1F0D-0CA745DE921C}"/>
          </ac:spMkLst>
        </pc:spChg>
        <pc:spChg chg="del mod">
          <ac:chgData name="Matthew Dodds" userId="80d5a6ea92063750" providerId="LiveId" clId="{614D3421-716A-4CB0-994B-C24DF82A0F6F}" dt="2025-12-11T16:09:12.287" v="1531" actId="478"/>
          <ac:spMkLst>
            <pc:docMk/>
            <pc:sldMk cId="4037535252" sldId="288"/>
            <ac:spMk id="138" creationId="{D3C044F8-B0A7-1D4D-05A6-5A810C1D7C5F}"/>
          </ac:spMkLst>
        </pc:spChg>
        <pc:spChg chg="mod">
          <ac:chgData name="Matthew Dodds" userId="80d5a6ea92063750" providerId="LiveId" clId="{614D3421-716A-4CB0-994B-C24DF82A0F6F}" dt="2025-12-11T18:32:11.201" v="4260" actId="207"/>
          <ac:spMkLst>
            <pc:docMk/>
            <pc:sldMk cId="4037535252" sldId="288"/>
            <ac:spMk id="140" creationId="{84C537D7-3356-6C1E-0958-E0641FA9E664}"/>
          </ac:spMkLst>
        </pc:spChg>
        <pc:spChg chg="mod">
          <ac:chgData name="Matthew Dodds" userId="80d5a6ea92063750" providerId="LiveId" clId="{614D3421-716A-4CB0-994B-C24DF82A0F6F}" dt="2025-12-11T18:32:03.363" v="4259" actId="207"/>
          <ac:spMkLst>
            <pc:docMk/>
            <pc:sldMk cId="4037535252" sldId="288"/>
            <ac:spMk id="141" creationId="{CB845C2E-33E5-069A-804B-5D79C7F78E1C}"/>
          </ac:spMkLst>
        </pc:spChg>
        <pc:spChg chg="mod">
          <ac:chgData name="Matthew Dodds" userId="80d5a6ea92063750" providerId="LiveId" clId="{614D3421-716A-4CB0-994B-C24DF82A0F6F}" dt="2025-12-11T16:09:27.890" v="1538"/>
          <ac:spMkLst>
            <pc:docMk/>
            <pc:sldMk cId="4037535252" sldId="288"/>
            <ac:spMk id="143" creationId="{036A26C6-EAD2-9F7A-FAFF-A15CEEEE0C3F}"/>
          </ac:spMkLst>
        </pc:spChg>
        <pc:spChg chg="mod">
          <ac:chgData name="Matthew Dodds" userId="80d5a6ea92063750" providerId="LiveId" clId="{614D3421-716A-4CB0-994B-C24DF82A0F6F}" dt="2025-12-11T16:09:37.373" v="1540" actId="20577"/>
          <ac:spMkLst>
            <pc:docMk/>
            <pc:sldMk cId="4037535252" sldId="288"/>
            <ac:spMk id="144" creationId="{D2617BC1-575A-2A4E-1BA2-2AC7717AC0BC}"/>
          </ac:spMkLst>
        </pc:spChg>
        <pc:spChg chg="add del mod">
          <ac:chgData name="Matthew Dodds" userId="80d5a6ea92063750" providerId="LiveId" clId="{614D3421-716A-4CB0-994B-C24DF82A0F6F}" dt="2025-12-11T18:17:35.154" v="3676" actId="478"/>
          <ac:spMkLst>
            <pc:docMk/>
            <pc:sldMk cId="4037535252" sldId="288"/>
            <ac:spMk id="145" creationId="{DDEA7191-1385-B667-44FE-061AB2167FF7}"/>
          </ac:spMkLst>
        </pc:spChg>
        <pc:spChg chg="add del mod">
          <ac:chgData name="Matthew Dodds" userId="80d5a6ea92063750" providerId="LiveId" clId="{614D3421-716A-4CB0-994B-C24DF82A0F6F}" dt="2025-12-11T18:17:38.377" v="3677" actId="478"/>
          <ac:spMkLst>
            <pc:docMk/>
            <pc:sldMk cId="4037535252" sldId="288"/>
            <ac:spMk id="146" creationId="{B125508A-697E-A8CD-737D-44EF3F21B984}"/>
          </ac:spMkLst>
        </pc:spChg>
        <pc:spChg chg="add mod">
          <ac:chgData name="Matthew Dodds" userId="80d5a6ea92063750" providerId="LiveId" clId="{614D3421-716A-4CB0-994B-C24DF82A0F6F}" dt="2025-12-11T16:23:06.656" v="2018" actId="164"/>
          <ac:spMkLst>
            <pc:docMk/>
            <pc:sldMk cId="4037535252" sldId="288"/>
            <ac:spMk id="147" creationId="{0453AE42-49E0-FA90-6F76-8BA963577EBA}"/>
          </ac:spMkLst>
        </pc:spChg>
        <pc:spChg chg="add mod">
          <ac:chgData name="Matthew Dodds" userId="80d5a6ea92063750" providerId="LiveId" clId="{614D3421-716A-4CB0-994B-C24DF82A0F6F}" dt="2025-12-11T18:18:41.154" v="3732" actId="164"/>
          <ac:spMkLst>
            <pc:docMk/>
            <pc:sldMk cId="4037535252" sldId="288"/>
            <ac:spMk id="149" creationId="{AA46F515-16B0-5776-24BA-AB7A0458EB78}"/>
          </ac:spMkLst>
        </pc:spChg>
        <pc:spChg chg="add mod ord">
          <ac:chgData name="Matthew Dodds" userId="80d5a6ea92063750" providerId="LiveId" clId="{614D3421-716A-4CB0-994B-C24DF82A0F6F}" dt="2025-12-11T18:31:36.704" v="4257" actId="207"/>
          <ac:spMkLst>
            <pc:docMk/>
            <pc:sldMk cId="4037535252" sldId="288"/>
            <ac:spMk id="150" creationId="{91507E02-0A66-853A-ED1F-CBDB4C60E822}"/>
          </ac:spMkLst>
        </pc:spChg>
        <pc:spChg chg="add mod">
          <ac:chgData name="Matthew Dodds" userId="80d5a6ea92063750" providerId="LiveId" clId="{614D3421-716A-4CB0-994B-C24DF82A0F6F}" dt="2025-12-11T18:18:41.154" v="3732" actId="164"/>
          <ac:spMkLst>
            <pc:docMk/>
            <pc:sldMk cId="4037535252" sldId="288"/>
            <ac:spMk id="153" creationId="{9E85480D-71F6-FEB8-1B50-B86943B2C2FE}"/>
          </ac:spMkLst>
        </pc:spChg>
        <pc:spChg chg="mod">
          <ac:chgData name="Matthew Dodds" userId="80d5a6ea92063750" providerId="LiveId" clId="{614D3421-716A-4CB0-994B-C24DF82A0F6F}" dt="2025-12-11T18:19:13.444" v="3771"/>
          <ac:spMkLst>
            <pc:docMk/>
            <pc:sldMk cId="4037535252" sldId="288"/>
            <ac:spMk id="162" creationId="{0B4E46EF-C3F3-7019-65DA-700DF8F66C89}"/>
          </ac:spMkLst>
        </pc:spChg>
        <pc:spChg chg="mod">
          <ac:chgData name="Matthew Dodds" userId="80d5a6ea92063750" providerId="LiveId" clId="{614D3421-716A-4CB0-994B-C24DF82A0F6F}" dt="2025-12-11T18:21:22.365" v="3850" actId="20577"/>
          <ac:spMkLst>
            <pc:docMk/>
            <pc:sldMk cId="4037535252" sldId="288"/>
            <ac:spMk id="163" creationId="{1B517F71-A1C4-4AFF-E6C1-A77BCA96344B}"/>
          </ac:spMkLst>
        </pc:spChg>
        <pc:spChg chg="mod">
          <ac:chgData name="Matthew Dodds" userId="80d5a6ea92063750" providerId="LiveId" clId="{614D3421-716A-4CB0-994B-C24DF82A0F6F}" dt="2025-12-11T18:21:02.247" v="3815" actId="14100"/>
          <ac:spMkLst>
            <pc:docMk/>
            <pc:sldMk cId="4037535252" sldId="288"/>
            <ac:spMk id="164" creationId="{01E31C9B-6BD2-C7F4-E81B-AF4C21784C75}"/>
          </ac:spMkLst>
        </pc:spChg>
        <pc:spChg chg="mod">
          <ac:chgData name="Matthew Dodds" userId="80d5a6ea92063750" providerId="LiveId" clId="{614D3421-716A-4CB0-994B-C24DF82A0F6F}" dt="2025-12-11T18:30:43.478" v="4253" actId="207"/>
          <ac:spMkLst>
            <pc:docMk/>
            <pc:sldMk cId="4037535252" sldId="288"/>
            <ac:spMk id="165" creationId="{6E61EE62-F609-B275-54B0-FD206166CA06}"/>
          </ac:spMkLst>
        </pc:spChg>
        <pc:spChg chg="mod">
          <ac:chgData name="Matthew Dodds" userId="80d5a6ea92063750" providerId="LiveId" clId="{614D3421-716A-4CB0-994B-C24DF82A0F6F}" dt="2025-12-11T18:22:43.098" v="3936" actId="1035"/>
          <ac:spMkLst>
            <pc:docMk/>
            <pc:sldMk cId="4037535252" sldId="288"/>
            <ac:spMk id="167" creationId="{CFEFD929-28E1-B979-50BE-519278CCC798}"/>
          </ac:spMkLst>
        </pc:spChg>
        <pc:spChg chg="mod">
          <ac:chgData name="Matthew Dodds" userId="80d5a6ea92063750" providerId="LiveId" clId="{614D3421-716A-4CB0-994B-C24DF82A0F6F}" dt="2025-12-11T18:22:43.098" v="3936" actId="1035"/>
          <ac:spMkLst>
            <pc:docMk/>
            <pc:sldMk cId="4037535252" sldId="288"/>
            <ac:spMk id="168" creationId="{E277EA5A-2FDE-F274-BDBC-B97A83F28592}"/>
          </ac:spMkLst>
        </pc:spChg>
        <pc:spChg chg="mod">
          <ac:chgData name="Matthew Dodds" userId="80d5a6ea92063750" providerId="LiveId" clId="{614D3421-716A-4CB0-994B-C24DF82A0F6F}" dt="2025-12-11T18:22:56.620" v="3937"/>
          <ac:spMkLst>
            <pc:docMk/>
            <pc:sldMk cId="4037535252" sldId="288"/>
            <ac:spMk id="171" creationId="{18E0EBC2-9E64-A145-32D4-132DA017ED1A}"/>
          </ac:spMkLst>
        </pc:spChg>
        <pc:spChg chg="mod">
          <ac:chgData name="Matthew Dodds" userId="80d5a6ea92063750" providerId="LiveId" clId="{614D3421-716A-4CB0-994B-C24DF82A0F6F}" dt="2025-12-11T18:22:56.620" v="3937"/>
          <ac:spMkLst>
            <pc:docMk/>
            <pc:sldMk cId="4037535252" sldId="288"/>
            <ac:spMk id="172" creationId="{9C75ED74-3383-CCB9-3A10-E74E5914F420}"/>
          </ac:spMkLst>
        </pc:spChg>
        <pc:spChg chg="mod">
          <ac:chgData name="Matthew Dodds" userId="80d5a6ea92063750" providerId="LiveId" clId="{614D3421-716A-4CB0-994B-C24DF82A0F6F}" dt="2025-12-11T18:22:56.620" v="3937"/>
          <ac:spMkLst>
            <pc:docMk/>
            <pc:sldMk cId="4037535252" sldId="288"/>
            <ac:spMk id="173" creationId="{147EB3E7-D11F-D4ED-385D-5AF7CCAFACA8}"/>
          </ac:spMkLst>
        </pc:spChg>
        <pc:spChg chg="mod">
          <ac:chgData name="Matthew Dodds" userId="80d5a6ea92063750" providerId="LiveId" clId="{614D3421-716A-4CB0-994B-C24DF82A0F6F}" dt="2025-12-11T18:22:56.620" v="3937"/>
          <ac:spMkLst>
            <pc:docMk/>
            <pc:sldMk cId="4037535252" sldId="288"/>
            <ac:spMk id="174" creationId="{5158EB61-C728-60EC-C7E0-FDF5C45F41BC}"/>
          </ac:spMkLst>
        </pc:spChg>
        <pc:spChg chg="mod">
          <ac:chgData name="Matthew Dodds" userId="80d5a6ea92063750" providerId="LiveId" clId="{614D3421-716A-4CB0-994B-C24DF82A0F6F}" dt="2025-12-11T18:22:56.620" v="3937"/>
          <ac:spMkLst>
            <pc:docMk/>
            <pc:sldMk cId="4037535252" sldId="288"/>
            <ac:spMk id="176" creationId="{F42CF5EC-29EB-BDBA-816C-93FCE7C448CE}"/>
          </ac:spMkLst>
        </pc:spChg>
        <pc:spChg chg="mod">
          <ac:chgData name="Matthew Dodds" userId="80d5a6ea92063750" providerId="LiveId" clId="{614D3421-716A-4CB0-994B-C24DF82A0F6F}" dt="2025-12-11T18:22:56.620" v="3937"/>
          <ac:spMkLst>
            <pc:docMk/>
            <pc:sldMk cId="4037535252" sldId="288"/>
            <ac:spMk id="177" creationId="{B73D5376-241F-EFEC-4290-EC771F897D2A}"/>
          </ac:spMkLst>
        </pc:spChg>
        <pc:spChg chg="add mod">
          <ac:chgData name="Matthew Dodds" userId="80d5a6ea92063750" providerId="LiveId" clId="{614D3421-716A-4CB0-994B-C24DF82A0F6F}" dt="2025-12-11T18:30:04.762" v="4250" actId="207"/>
          <ac:spMkLst>
            <pc:docMk/>
            <pc:sldMk cId="4037535252" sldId="288"/>
            <ac:spMk id="178" creationId="{FAE480AF-C456-947F-CCA1-E143B5BE9801}"/>
          </ac:spMkLst>
        </pc:spChg>
        <pc:spChg chg="add mod">
          <ac:chgData name="Matthew Dodds" userId="80d5a6ea92063750" providerId="LiveId" clId="{614D3421-716A-4CB0-994B-C24DF82A0F6F}" dt="2025-12-11T18:23:48.754" v="3975" actId="164"/>
          <ac:spMkLst>
            <pc:docMk/>
            <pc:sldMk cId="4037535252" sldId="288"/>
            <ac:spMk id="179" creationId="{E92849D2-EC7F-98B5-F90A-D9250BF4A2F3}"/>
          </ac:spMkLst>
        </pc:spChg>
        <pc:spChg chg="add del mod">
          <ac:chgData name="Matthew Dodds" userId="80d5a6ea92063750" providerId="LiveId" clId="{614D3421-716A-4CB0-994B-C24DF82A0F6F}" dt="2025-12-11T18:30:56.073" v="4254" actId="478"/>
          <ac:spMkLst>
            <pc:docMk/>
            <pc:sldMk cId="4037535252" sldId="288"/>
            <ac:spMk id="180" creationId="{03783381-A471-071A-2802-71FF0082F94B}"/>
          </ac:spMkLst>
        </pc:spChg>
        <pc:spChg chg="mod">
          <ac:chgData name="Matthew Dodds" userId="80d5a6ea92063750" providerId="LiveId" clId="{614D3421-716A-4CB0-994B-C24DF82A0F6F}" dt="2025-12-11T18:24:42.630" v="4030"/>
          <ac:spMkLst>
            <pc:docMk/>
            <pc:sldMk cId="4037535252" sldId="288"/>
            <ac:spMk id="187" creationId="{687B233A-3863-1065-C786-D9F8BBBB8832}"/>
          </ac:spMkLst>
        </pc:spChg>
        <pc:spChg chg="mod">
          <ac:chgData name="Matthew Dodds" userId="80d5a6ea92063750" providerId="LiveId" clId="{614D3421-716A-4CB0-994B-C24DF82A0F6F}" dt="2025-12-11T18:25:19.408" v="4052" actId="6549"/>
          <ac:spMkLst>
            <pc:docMk/>
            <pc:sldMk cId="4037535252" sldId="288"/>
            <ac:spMk id="188" creationId="{CA68FB5F-836F-7ACF-9E7A-B02075438295}"/>
          </ac:spMkLst>
        </pc:spChg>
        <pc:spChg chg="mod">
          <ac:chgData name="Matthew Dodds" userId="80d5a6ea92063750" providerId="LiveId" clId="{614D3421-716A-4CB0-994B-C24DF82A0F6F}" dt="2025-12-11T18:24:54.159" v="4033" actId="20577"/>
          <ac:spMkLst>
            <pc:docMk/>
            <pc:sldMk cId="4037535252" sldId="288"/>
            <ac:spMk id="189" creationId="{63480309-6759-6331-E7FF-22397F796A39}"/>
          </ac:spMkLst>
        </pc:spChg>
        <pc:spChg chg="mod">
          <ac:chgData name="Matthew Dodds" userId="80d5a6ea92063750" providerId="LiveId" clId="{614D3421-716A-4CB0-994B-C24DF82A0F6F}" dt="2025-12-11T18:31:09.429" v="4255" actId="207"/>
          <ac:spMkLst>
            <pc:docMk/>
            <pc:sldMk cId="4037535252" sldId="288"/>
            <ac:spMk id="190" creationId="{BE66A425-814D-FB5F-CF8A-2DC4CC3BE958}"/>
          </ac:spMkLst>
        </pc:spChg>
        <pc:spChg chg="mod">
          <ac:chgData name="Matthew Dodds" userId="80d5a6ea92063750" providerId="LiveId" clId="{614D3421-716A-4CB0-994B-C24DF82A0F6F}" dt="2025-12-11T18:25:02.926" v="4035" actId="20577"/>
          <ac:spMkLst>
            <pc:docMk/>
            <pc:sldMk cId="4037535252" sldId="288"/>
            <ac:spMk id="192" creationId="{E62A5FB3-515E-8E57-465E-727F1C790B56}"/>
          </ac:spMkLst>
        </pc:spChg>
        <pc:spChg chg="mod">
          <ac:chgData name="Matthew Dodds" userId="80d5a6ea92063750" providerId="LiveId" clId="{614D3421-716A-4CB0-994B-C24DF82A0F6F}" dt="2025-12-11T18:24:42.630" v="4030"/>
          <ac:spMkLst>
            <pc:docMk/>
            <pc:sldMk cId="4037535252" sldId="288"/>
            <ac:spMk id="193" creationId="{E199445E-0E30-F6D2-8664-A59B9E16E9CD}"/>
          </ac:spMkLst>
        </pc:spChg>
        <pc:spChg chg="mod">
          <ac:chgData name="Matthew Dodds" userId="80d5a6ea92063750" providerId="LiveId" clId="{614D3421-716A-4CB0-994B-C24DF82A0F6F}" dt="2025-12-11T18:30:26.833" v="4252" actId="207"/>
          <ac:spMkLst>
            <pc:docMk/>
            <pc:sldMk cId="4037535252" sldId="288"/>
            <ac:spMk id="194" creationId="{02754DEA-66CC-5046-AA26-9F1B76414005}"/>
          </ac:spMkLst>
        </pc:spChg>
        <pc:spChg chg="mod">
          <ac:chgData name="Matthew Dodds" userId="80d5a6ea92063750" providerId="LiveId" clId="{614D3421-716A-4CB0-994B-C24DF82A0F6F}" dt="2025-12-11T18:25:08.789" v="4037" actId="20577"/>
          <ac:spMkLst>
            <pc:docMk/>
            <pc:sldMk cId="4037535252" sldId="288"/>
            <ac:spMk id="195" creationId="{F0D73520-3FD4-E4A6-ADCA-241E2CBEB1A2}"/>
          </ac:spMkLst>
        </pc:spChg>
        <pc:spChg chg="del mod">
          <ac:chgData name="Matthew Dodds" userId="80d5a6ea92063750" providerId="LiveId" clId="{614D3421-716A-4CB0-994B-C24DF82A0F6F}" dt="2025-12-11T18:31:13.910" v="4256" actId="478"/>
          <ac:spMkLst>
            <pc:docMk/>
            <pc:sldMk cId="4037535252" sldId="288"/>
            <ac:spMk id="196" creationId="{D5690581-EAC8-1E9A-F9F7-7F3E1938DE4E}"/>
          </ac:spMkLst>
        </pc:spChg>
        <pc:spChg chg="mod">
          <ac:chgData name="Matthew Dodds" userId="80d5a6ea92063750" providerId="LiveId" clId="{614D3421-716A-4CB0-994B-C24DF82A0F6F}" dt="2025-12-11T18:25:48.161" v="4053"/>
          <ac:spMkLst>
            <pc:docMk/>
            <pc:sldMk cId="4037535252" sldId="288"/>
            <ac:spMk id="199" creationId="{511EB923-43AF-D4D9-148F-9E1704D673FA}"/>
          </ac:spMkLst>
        </pc:spChg>
        <pc:spChg chg="mod">
          <ac:chgData name="Matthew Dodds" userId="80d5a6ea92063750" providerId="LiveId" clId="{614D3421-716A-4CB0-994B-C24DF82A0F6F}" dt="2025-12-11T18:25:48.161" v="4053"/>
          <ac:spMkLst>
            <pc:docMk/>
            <pc:sldMk cId="4037535252" sldId="288"/>
            <ac:spMk id="200" creationId="{83F0DC4B-06C2-121D-60D1-F817D2C017AB}"/>
          </ac:spMkLst>
        </pc:spChg>
        <pc:spChg chg="mod">
          <ac:chgData name="Matthew Dodds" userId="80d5a6ea92063750" providerId="LiveId" clId="{614D3421-716A-4CB0-994B-C24DF82A0F6F}" dt="2025-12-11T18:26:07.739" v="4059" actId="14100"/>
          <ac:spMkLst>
            <pc:docMk/>
            <pc:sldMk cId="4037535252" sldId="288"/>
            <ac:spMk id="201" creationId="{82053025-7A2F-F5A8-43DF-439EC507A25B}"/>
          </ac:spMkLst>
        </pc:spChg>
        <pc:spChg chg="mod">
          <ac:chgData name="Matthew Dodds" userId="80d5a6ea92063750" providerId="LiveId" clId="{614D3421-716A-4CB0-994B-C24DF82A0F6F}" dt="2025-12-11T18:30:15.254" v="4251" actId="207"/>
          <ac:spMkLst>
            <pc:docMk/>
            <pc:sldMk cId="4037535252" sldId="288"/>
            <ac:spMk id="202" creationId="{D1FF079B-EE46-F05D-2A1E-94EC6ECC4414}"/>
          </ac:spMkLst>
        </pc:spChg>
        <pc:spChg chg="mod">
          <ac:chgData name="Matthew Dodds" userId="80d5a6ea92063750" providerId="LiveId" clId="{614D3421-716A-4CB0-994B-C24DF82A0F6F}" dt="2025-12-11T18:26:20.254" v="4064" actId="14100"/>
          <ac:spMkLst>
            <pc:docMk/>
            <pc:sldMk cId="4037535252" sldId="288"/>
            <ac:spMk id="204" creationId="{C46E1464-9E41-E762-BBE4-E6F89D36634E}"/>
          </ac:spMkLst>
        </pc:spChg>
        <pc:spChg chg="mod">
          <ac:chgData name="Matthew Dodds" userId="80d5a6ea92063750" providerId="LiveId" clId="{614D3421-716A-4CB0-994B-C24DF82A0F6F}" dt="2025-12-11T18:25:48.161" v="4053"/>
          <ac:spMkLst>
            <pc:docMk/>
            <pc:sldMk cId="4037535252" sldId="288"/>
            <ac:spMk id="205" creationId="{1D17818B-642D-7D74-3661-1AB04AB58F87}"/>
          </ac:spMkLst>
        </pc:spChg>
        <pc:spChg chg="mod">
          <ac:chgData name="Matthew Dodds" userId="80d5a6ea92063750" providerId="LiveId" clId="{614D3421-716A-4CB0-994B-C24DF82A0F6F}" dt="2025-12-11T18:26:25.238" v="4065"/>
          <ac:spMkLst>
            <pc:docMk/>
            <pc:sldMk cId="4037535252" sldId="288"/>
            <ac:spMk id="207" creationId="{4ABEB2EF-3167-0EB4-69C6-633C75DDCFBC}"/>
          </ac:spMkLst>
        </pc:spChg>
        <pc:spChg chg="mod">
          <ac:chgData name="Matthew Dodds" userId="80d5a6ea92063750" providerId="LiveId" clId="{614D3421-716A-4CB0-994B-C24DF82A0F6F}" dt="2025-12-11T18:26:36.600" v="4069" actId="1076"/>
          <ac:spMkLst>
            <pc:docMk/>
            <pc:sldMk cId="4037535252" sldId="288"/>
            <ac:spMk id="208" creationId="{0E851411-19EC-83A7-0ECE-CFD6077313FF}"/>
          </ac:spMkLst>
        </pc:spChg>
        <pc:spChg chg="mod">
          <ac:chgData name="Matthew Dodds" userId="80d5a6ea92063750" providerId="LiveId" clId="{614D3421-716A-4CB0-994B-C24DF82A0F6F}" dt="2025-12-11T18:26:25.238" v="4065"/>
          <ac:spMkLst>
            <pc:docMk/>
            <pc:sldMk cId="4037535252" sldId="288"/>
            <ac:spMk id="209" creationId="{61380585-5965-CA79-B699-C1F7FBC7AB9A}"/>
          </ac:spMkLst>
        </pc:spChg>
        <pc:spChg chg="mod">
          <ac:chgData name="Matthew Dodds" userId="80d5a6ea92063750" providerId="LiveId" clId="{614D3421-716A-4CB0-994B-C24DF82A0F6F}" dt="2025-12-11T18:26:25.238" v="4065"/>
          <ac:spMkLst>
            <pc:docMk/>
            <pc:sldMk cId="4037535252" sldId="288"/>
            <ac:spMk id="210" creationId="{9EF15984-746A-4324-B931-E69711591CC1}"/>
          </ac:spMkLst>
        </pc:spChg>
        <pc:spChg chg="add del mod">
          <ac:chgData name="Matthew Dodds" userId="80d5a6ea92063750" providerId="LiveId" clId="{614D3421-716A-4CB0-994B-C24DF82A0F6F}" dt="2025-12-11T18:29:15.394" v="4246" actId="478"/>
          <ac:spMkLst>
            <pc:docMk/>
            <pc:sldMk cId="4037535252" sldId="288"/>
            <ac:spMk id="211" creationId="{C0B4B142-FE4F-C178-0F8F-0B08D3C0BAD0}"/>
          </ac:spMkLst>
        </pc:spChg>
        <pc:spChg chg="add mod">
          <ac:chgData name="Matthew Dodds" userId="80d5a6ea92063750" providerId="LiveId" clId="{614D3421-716A-4CB0-994B-C24DF82A0F6F}" dt="2025-12-11T21:00:47.755" v="4398" actId="164"/>
          <ac:spMkLst>
            <pc:docMk/>
            <pc:sldMk cId="4037535252" sldId="288"/>
            <ac:spMk id="212" creationId="{1E51B2A3-9E83-4406-4DE4-370F8A109BF2}"/>
          </ac:spMkLst>
        </pc:spChg>
        <pc:spChg chg="add mod">
          <ac:chgData name="Matthew Dodds" userId="80d5a6ea92063750" providerId="LiveId" clId="{614D3421-716A-4CB0-994B-C24DF82A0F6F}" dt="2025-12-11T20:59:13.408" v="4392" actId="1076"/>
          <ac:spMkLst>
            <pc:docMk/>
            <pc:sldMk cId="4037535252" sldId="288"/>
            <ac:spMk id="213" creationId="{64FC2E87-F989-7652-128D-A0C7CC4339E3}"/>
          </ac:spMkLst>
        </pc:spChg>
        <pc:grpChg chg="add mod">
          <ac:chgData name="Matthew Dodds" userId="80d5a6ea92063750" providerId="LiveId" clId="{614D3421-716A-4CB0-994B-C24DF82A0F6F}" dt="2025-12-11T21:01:03.963" v="4407" actId="164"/>
          <ac:grpSpMkLst>
            <pc:docMk/>
            <pc:sldMk cId="4037535252" sldId="288"/>
            <ac:grpSpMk id="15" creationId="{EB9B9FC9-A50E-8E85-6563-1FE73753AF4A}"/>
          </ac:grpSpMkLst>
        </pc:grpChg>
        <pc:grpChg chg="add mod">
          <ac:chgData name="Matthew Dodds" userId="80d5a6ea92063750" providerId="LiveId" clId="{614D3421-716A-4CB0-994B-C24DF82A0F6F}" dt="2025-12-11T21:01:10.238" v="4408" actId="1076"/>
          <ac:grpSpMkLst>
            <pc:docMk/>
            <pc:sldMk cId="4037535252" sldId="288"/>
            <ac:grpSpMk id="16" creationId="{6D4C6A91-2D6A-E497-5E94-FB36241A5719}"/>
          </ac:grpSpMkLst>
        </pc:grpChg>
        <pc:grpChg chg="add del mod">
          <ac:chgData name="Matthew Dodds" userId="80d5a6ea92063750" providerId="LiveId" clId="{614D3421-716A-4CB0-994B-C24DF82A0F6F}" dt="2025-12-11T15:31:25.848" v="732" actId="478"/>
          <ac:grpSpMkLst>
            <pc:docMk/>
            <pc:sldMk cId="4037535252" sldId="288"/>
            <ac:grpSpMk id="69" creationId="{9A4DEBE1-E3DF-DB99-CC39-640C71223A44}"/>
          </ac:grpSpMkLst>
        </pc:grpChg>
        <pc:grpChg chg="add del mod">
          <ac:chgData name="Matthew Dodds" userId="80d5a6ea92063750" providerId="LiveId" clId="{614D3421-716A-4CB0-994B-C24DF82A0F6F}" dt="2025-12-11T15:41:08.460" v="886" actId="165"/>
          <ac:grpSpMkLst>
            <pc:docMk/>
            <pc:sldMk cId="4037535252" sldId="288"/>
            <ac:grpSpMk id="85" creationId="{6053CB83-1FD5-31F2-8248-EC6D57D200B7}"/>
          </ac:grpSpMkLst>
        </pc:grpChg>
        <pc:grpChg chg="add del mod">
          <ac:chgData name="Matthew Dodds" userId="80d5a6ea92063750" providerId="LiveId" clId="{614D3421-716A-4CB0-994B-C24DF82A0F6F}" dt="2025-12-11T15:38:15.649" v="884" actId="478"/>
          <ac:grpSpMkLst>
            <pc:docMk/>
            <pc:sldMk cId="4037535252" sldId="288"/>
            <ac:grpSpMk id="95" creationId="{E6B63815-D1E1-6F46-297A-A3D8B26A4130}"/>
          </ac:grpSpMkLst>
        </pc:grpChg>
        <pc:grpChg chg="add del mod">
          <ac:chgData name="Matthew Dodds" userId="80d5a6ea92063750" providerId="LiveId" clId="{614D3421-716A-4CB0-994B-C24DF82A0F6F}" dt="2025-12-11T20:59:56.258" v="4396" actId="165"/>
          <ac:grpSpMkLst>
            <pc:docMk/>
            <pc:sldMk cId="4037535252" sldId="288"/>
            <ac:grpSpMk id="107" creationId="{790D2D68-07FD-B1A3-6FCC-254294165ABF}"/>
          </ac:grpSpMkLst>
        </pc:grpChg>
        <pc:grpChg chg="add del mod">
          <ac:chgData name="Matthew Dodds" userId="80d5a6ea92063750" providerId="LiveId" clId="{614D3421-716A-4CB0-994B-C24DF82A0F6F}" dt="2025-12-11T16:22:45.052" v="1995" actId="478"/>
          <ac:grpSpMkLst>
            <pc:docMk/>
            <pc:sldMk cId="4037535252" sldId="288"/>
            <ac:grpSpMk id="117" creationId="{FE17C503-0F49-63BC-790A-FF00AFDE0F1C}"/>
          </ac:grpSpMkLst>
        </pc:grpChg>
        <pc:grpChg chg="add del mod">
          <ac:chgData name="Matthew Dodds" userId="80d5a6ea92063750" providerId="LiveId" clId="{614D3421-716A-4CB0-994B-C24DF82A0F6F}" dt="2025-12-11T15:59:22.628" v="1379" actId="165"/>
          <ac:grpSpMkLst>
            <pc:docMk/>
            <pc:sldMk cId="4037535252" sldId="288"/>
            <ac:grpSpMk id="121" creationId="{503F5730-87C4-63FE-5C52-ADF950497A74}"/>
          </ac:grpSpMkLst>
        </pc:grpChg>
        <pc:grpChg chg="add del mod">
          <ac:chgData name="Matthew Dodds" userId="80d5a6ea92063750" providerId="LiveId" clId="{614D3421-716A-4CB0-994B-C24DF82A0F6F}" dt="2025-12-11T15:59:22.628" v="1379" actId="165"/>
          <ac:grpSpMkLst>
            <pc:docMk/>
            <pc:sldMk cId="4037535252" sldId="288"/>
            <ac:grpSpMk id="125" creationId="{DCA1AAF0-B757-1594-10F7-C35DAA114922}"/>
          </ac:grpSpMkLst>
        </pc:grpChg>
        <pc:grpChg chg="add mod ord">
          <ac:chgData name="Matthew Dodds" userId="80d5a6ea92063750" providerId="LiveId" clId="{614D3421-716A-4CB0-994B-C24DF82A0F6F}" dt="2025-12-11T16:09:03.592" v="1528" actId="164"/>
          <ac:grpSpMkLst>
            <pc:docMk/>
            <pc:sldMk cId="4037535252" sldId="288"/>
            <ac:grpSpMk id="131" creationId="{35F2C2F1-8CDC-0874-566B-E7866EC564FD}"/>
          </ac:grpSpMkLst>
        </pc:grpChg>
        <pc:grpChg chg="add del mod">
          <ac:chgData name="Matthew Dodds" userId="80d5a6ea92063750" providerId="LiveId" clId="{614D3421-716A-4CB0-994B-C24DF82A0F6F}" dt="2025-12-11T20:57:51.466" v="4371" actId="478"/>
          <ac:grpSpMkLst>
            <pc:docMk/>
            <pc:sldMk cId="4037535252" sldId="288"/>
            <ac:grpSpMk id="133" creationId="{05551724-5B59-4857-B124-743498F39243}"/>
          </ac:grpSpMkLst>
        </pc:grpChg>
        <pc:grpChg chg="add del mod ord">
          <ac:chgData name="Matthew Dodds" userId="80d5a6ea92063750" providerId="LiveId" clId="{614D3421-716A-4CB0-994B-C24DF82A0F6F}" dt="2025-12-11T20:57:49.874" v="4370" actId="478"/>
          <ac:grpSpMkLst>
            <pc:docMk/>
            <pc:sldMk cId="4037535252" sldId="288"/>
            <ac:grpSpMk id="134" creationId="{56898C1B-3807-8A18-17D1-DB9DE9C74F2E}"/>
          </ac:grpSpMkLst>
        </pc:grpChg>
        <pc:grpChg chg="del mod">
          <ac:chgData name="Matthew Dodds" userId="80d5a6ea92063750" providerId="LiveId" clId="{614D3421-716A-4CB0-994B-C24DF82A0F6F}" dt="2025-12-11T16:09:12.287" v="1531" actId="478"/>
          <ac:grpSpMkLst>
            <pc:docMk/>
            <pc:sldMk cId="4037535252" sldId="288"/>
            <ac:grpSpMk id="136" creationId="{B1D66CC8-7444-24D4-964E-31451D052A3D}"/>
          </ac:grpSpMkLst>
        </pc:grpChg>
        <pc:grpChg chg="add del mod ord">
          <ac:chgData name="Matthew Dodds" userId="80d5a6ea92063750" providerId="LiveId" clId="{614D3421-716A-4CB0-994B-C24DF82A0F6F}" dt="2025-12-11T20:57:53.225" v="4372" actId="478"/>
          <ac:grpSpMkLst>
            <pc:docMk/>
            <pc:sldMk cId="4037535252" sldId="288"/>
            <ac:grpSpMk id="139" creationId="{159A7C60-5AC2-9DB8-FC8C-B2A67D9A24B8}"/>
          </ac:grpSpMkLst>
        </pc:grpChg>
        <pc:grpChg chg="add del mod">
          <ac:chgData name="Matthew Dodds" userId="80d5a6ea92063750" providerId="LiveId" clId="{614D3421-716A-4CB0-994B-C24DF82A0F6F}" dt="2025-12-11T16:11:33.681" v="1605" actId="478"/>
          <ac:grpSpMkLst>
            <pc:docMk/>
            <pc:sldMk cId="4037535252" sldId="288"/>
            <ac:grpSpMk id="142" creationId="{26DAB9D9-9C6B-B0FD-CE9E-7990ACB1FC62}"/>
          </ac:grpSpMkLst>
        </pc:grpChg>
        <pc:grpChg chg="add mod">
          <ac:chgData name="Matthew Dodds" userId="80d5a6ea92063750" providerId="LiveId" clId="{614D3421-716A-4CB0-994B-C24DF82A0F6F}" dt="2025-12-11T16:21:59.269" v="1960" actId="164"/>
          <ac:grpSpMkLst>
            <pc:docMk/>
            <pc:sldMk cId="4037535252" sldId="288"/>
            <ac:grpSpMk id="148" creationId="{4ED5179F-6925-2DF1-13FF-1A9510EA0AA1}"/>
          </ac:grpSpMkLst>
        </pc:grpChg>
        <pc:grpChg chg="add mod ord">
          <ac:chgData name="Matthew Dodds" userId="80d5a6ea92063750" providerId="LiveId" clId="{614D3421-716A-4CB0-994B-C24DF82A0F6F}" dt="2025-12-11T18:18:41.154" v="3732" actId="164"/>
          <ac:grpSpMkLst>
            <pc:docMk/>
            <pc:sldMk cId="4037535252" sldId="288"/>
            <ac:grpSpMk id="151" creationId="{7F5C8F72-B0EF-99F9-2031-64E2220AB9C8}"/>
          </ac:grpSpMkLst>
        </pc:grpChg>
        <pc:grpChg chg="add mod">
          <ac:chgData name="Matthew Dodds" userId="80d5a6ea92063750" providerId="LiveId" clId="{614D3421-716A-4CB0-994B-C24DF82A0F6F}" dt="2025-12-11T20:59:09.035" v="4391" actId="1076"/>
          <ac:grpSpMkLst>
            <pc:docMk/>
            <pc:sldMk cId="4037535252" sldId="288"/>
            <ac:grpSpMk id="152" creationId="{B499ACCA-A096-4C11-5D93-0CEE032FC18F}"/>
          </ac:grpSpMkLst>
        </pc:grpChg>
        <pc:grpChg chg="add mod">
          <ac:chgData name="Matthew Dodds" userId="80d5a6ea92063750" providerId="LiveId" clId="{614D3421-716A-4CB0-994B-C24DF82A0F6F}" dt="2025-12-11T20:59:09.035" v="4391" actId="1076"/>
          <ac:grpSpMkLst>
            <pc:docMk/>
            <pc:sldMk cId="4037535252" sldId="288"/>
            <ac:grpSpMk id="159" creationId="{BBA7AB9B-C3FA-D99E-48C4-88F5293C21E9}"/>
          </ac:grpSpMkLst>
        </pc:grpChg>
        <pc:grpChg chg="add mod">
          <ac:chgData name="Matthew Dodds" userId="80d5a6ea92063750" providerId="LiveId" clId="{614D3421-716A-4CB0-994B-C24DF82A0F6F}" dt="2025-12-11T18:24:39.262" v="4029" actId="164"/>
          <ac:grpSpMkLst>
            <pc:docMk/>
            <pc:sldMk cId="4037535252" sldId="288"/>
            <ac:grpSpMk id="160" creationId="{8C0454AC-9793-E5FE-C047-558DC405C229}"/>
          </ac:grpSpMkLst>
        </pc:grpChg>
        <pc:grpChg chg="mod">
          <ac:chgData name="Matthew Dodds" userId="80d5a6ea92063750" providerId="LiveId" clId="{614D3421-716A-4CB0-994B-C24DF82A0F6F}" dt="2025-12-11T18:19:13.444" v="3771"/>
          <ac:grpSpMkLst>
            <pc:docMk/>
            <pc:sldMk cId="4037535252" sldId="288"/>
            <ac:grpSpMk id="161" creationId="{6BEC0396-DFAD-EE4F-A826-5CABEAE1CABD}"/>
          </ac:grpSpMkLst>
        </pc:grpChg>
        <pc:grpChg chg="mod">
          <ac:chgData name="Matthew Dodds" userId="80d5a6ea92063750" providerId="LiveId" clId="{614D3421-716A-4CB0-994B-C24DF82A0F6F}" dt="2025-12-11T18:19:13.444" v="3771"/>
          <ac:grpSpMkLst>
            <pc:docMk/>
            <pc:sldMk cId="4037535252" sldId="288"/>
            <ac:grpSpMk id="166" creationId="{FEE0CD05-D3AF-EEA3-EE16-192E4B5E510D}"/>
          </ac:grpSpMkLst>
        </pc:grpChg>
        <pc:grpChg chg="add del mod">
          <ac:chgData name="Matthew Dodds" userId="80d5a6ea92063750" providerId="LiveId" clId="{614D3421-716A-4CB0-994B-C24DF82A0F6F}" dt="2025-12-11T18:24:14.736" v="4027" actId="478"/>
          <ac:grpSpMkLst>
            <pc:docMk/>
            <pc:sldMk cId="4037535252" sldId="288"/>
            <ac:grpSpMk id="169" creationId="{54F71B14-5298-8B72-FEC0-F236A542F257}"/>
          </ac:grpSpMkLst>
        </pc:grpChg>
        <pc:grpChg chg="mod">
          <ac:chgData name="Matthew Dodds" userId="80d5a6ea92063750" providerId="LiveId" clId="{614D3421-716A-4CB0-994B-C24DF82A0F6F}" dt="2025-12-11T18:22:56.620" v="3937"/>
          <ac:grpSpMkLst>
            <pc:docMk/>
            <pc:sldMk cId="4037535252" sldId="288"/>
            <ac:grpSpMk id="170" creationId="{F7A042D1-1460-C5DC-ECB5-225B12F4E93F}"/>
          </ac:grpSpMkLst>
        </pc:grpChg>
        <pc:grpChg chg="mod">
          <ac:chgData name="Matthew Dodds" userId="80d5a6ea92063750" providerId="LiveId" clId="{614D3421-716A-4CB0-994B-C24DF82A0F6F}" dt="2025-12-11T18:22:56.620" v="3937"/>
          <ac:grpSpMkLst>
            <pc:docMk/>
            <pc:sldMk cId="4037535252" sldId="288"/>
            <ac:grpSpMk id="175" creationId="{D95B262C-87EC-F748-C7DA-5CAF06AE2259}"/>
          </ac:grpSpMkLst>
        </pc:grpChg>
        <pc:grpChg chg="add mod ord">
          <ac:chgData name="Matthew Dodds" userId="80d5a6ea92063750" providerId="LiveId" clId="{614D3421-716A-4CB0-994B-C24DF82A0F6F}" dt="2025-12-11T18:24:39.262" v="4029" actId="164"/>
          <ac:grpSpMkLst>
            <pc:docMk/>
            <pc:sldMk cId="4037535252" sldId="288"/>
            <ac:grpSpMk id="181" creationId="{34DEA1B0-FB95-DA4F-5E53-DCD2AE833345}"/>
          </ac:grpSpMkLst>
        </pc:grpChg>
        <pc:grpChg chg="add mod">
          <ac:chgData name="Matthew Dodds" userId="80d5a6ea92063750" providerId="LiveId" clId="{614D3421-716A-4CB0-994B-C24DF82A0F6F}" dt="2025-12-11T20:59:09.035" v="4391" actId="1076"/>
          <ac:grpSpMkLst>
            <pc:docMk/>
            <pc:sldMk cId="4037535252" sldId="288"/>
            <ac:grpSpMk id="182" creationId="{583DAB5F-5401-AB62-D87A-01BEA1DAE171}"/>
          </ac:grpSpMkLst>
        </pc:grpChg>
        <pc:grpChg chg="add mod">
          <ac:chgData name="Matthew Dodds" userId="80d5a6ea92063750" providerId="LiveId" clId="{614D3421-716A-4CB0-994B-C24DF82A0F6F}" dt="2025-12-11T20:59:09.035" v="4391" actId="1076"/>
          <ac:grpSpMkLst>
            <pc:docMk/>
            <pc:sldMk cId="4037535252" sldId="288"/>
            <ac:grpSpMk id="183" creationId="{2CB73462-D647-DD18-323A-8CE9AEEDBD78}"/>
          </ac:grpSpMkLst>
        </pc:grpChg>
        <pc:grpChg chg="add mod">
          <ac:chgData name="Matthew Dodds" userId="80d5a6ea92063750" providerId="LiveId" clId="{614D3421-716A-4CB0-994B-C24DF82A0F6F}" dt="2025-12-11T20:59:09.035" v="4391" actId="1076"/>
          <ac:grpSpMkLst>
            <pc:docMk/>
            <pc:sldMk cId="4037535252" sldId="288"/>
            <ac:grpSpMk id="197" creationId="{ED373716-0C8D-4482-457E-2E961BCC6CC3}"/>
          </ac:grpSpMkLst>
        </pc:grpChg>
        <pc:grpChg chg="mod">
          <ac:chgData name="Matthew Dodds" userId="80d5a6ea92063750" providerId="LiveId" clId="{614D3421-716A-4CB0-994B-C24DF82A0F6F}" dt="2025-12-11T18:25:48.161" v="4053"/>
          <ac:grpSpMkLst>
            <pc:docMk/>
            <pc:sldMk cId="4037535252" sldId="288"/>
            <ac:grpSpMk id="198" creationId="{F2893D58-35AF-BFB7-5966-1AC38E13D109}"/>
          </ac:grpSpMkLst>
        </pc:grpChg>
        <pc:grpChg chg="mod">
          <ac:chgData name="Matthew Dodds" userId="80d5a6ea92063750" providerId="LiveId" clId="{614D3421-716A-4CB0-994B-C24DF82A0F6F}" dt="2025-12-11T18:25:48.161" v="4053"/>
          <ac:grpSpMkLst>
            <pc:docMk/>
            <pc:sldMk cId="4037535252" sldId="288"/>
            <ac:grpSpMk id="203" creationId="{22C4E4C6-8816-080A-F649-9B5F92EBF699}"/>
          </ac:grpSpMkLst>
        </pc:grpChg>
        <pc:grpChg chg="add mod">
          <ac:chgData name="Matthew Dodds" userId="80d5a6ea92063750" providerId="LiveId" clId="{614D3421-716A-4CB0-994B-C24DF82A0F6F}" dt="2025-12-11T20:59:09.035" v="4391" actId="1076"/>
          <ac:grpSpMkLst>
            <pc:docMk/>
            <pc:sldMk cId="4037535252" sldId="288"/>
            <ac:grpSpMk id="206" creationId="{7DAAC751-E4C2-26CE-A0E6-19B61D935169}"/>
          </ac:grpSpMkLst>
        </pc:grpChg>
        <pc:cxnChg chg="mod">
          <ac:chgData name="Matthew Dodds" userId="80d5a6ea92063750" providerId="LiveId" clId="{614D3421-716A-4CB0-994B-C24DF82A0F6F}" dt="2025-12-11T18:12:06.722" v="3585" actId="14100"/>
          <ac:cxnSpMkLst>
            <pc:docMk/>
            <pc:sldMk cId="4037535252" sldId="288"/>
            <ac:cxnSpMk id="40" creationId="{9B5323A1-6D17-62B7-D786-6E274B2B5F92}"/>
          </ac:cxnSpMkLst>
        </pc:cxnChg>
        <pc:cxnChg chg="mod">
          <ac:chgData name="Matthew Dodds" userId="80d5a6ea92063750" providerId="LiveId" clId="{614D3421-716A-4CB0-994B-C24DF82A0F6F}" dt="2025-12-11T18:12:36.287" v="3594" actId="14100"/>
          <ac:cxnSpMkLst>
            <pc:docMk/>
            <pc:sldMk cId="4037535252" sldId="288"/>
            <ac:cxnSpMk id="43" creationId="{D98AE582-ABFE-4B08-47E9-AAD74C6F1853}"/>
          </ac:cxnSpMkLst>
        </pc:cxnChg>
        <pc:cxnChg chg="add mod">
          <ac:chgData name="Matthew Dodds" userId="80d5a6ea92063750" providerId="LiveId" clId="{614D3421-716A-4CB0-994B-C24DF82A0F6F}" dt="2025-12-11T18:12:22.196" v="3587"/>
          <ac:cxnSpMkLst>
            <pc:docMk/>
            <pc:sldMk cId="4037535252" sldId="288"/>
            <ac:cxnSpMk id="156" creationId="{5062BA16-B54E-6B22-43BF-7D71F221AD19}"/>
          </ac:cxnSpMkLst>
        </pc:cxnChg>
      </pc:sldChg>
      <pc:sldChg chg="addSp delSp modSp add mod">
        <pc:chgData name="Matthew Dodds" userId="80d5a6ea92063750" providerId="LiveId" clId="{614D3421-716A-4CB0-994B-C24DF82A0F6F}" dt="2025-12-11T23:02:29.967" v="5880" actId="1038"/>
        <pc:sldMkLst>
          <pc:docMk/>
          <pc:sldMk cId="721286722" sldId="289"/>
        </pc:sldMkLst>
        <pc:spChg chg="add mod">
          <ac:chgData name="Matthew Dodds" userId="80d5a6ea92063750" providerId="LiveId" clId="{614D3421-716A-4CB0-994B-C24DF82A0F6F}" dt="2025-12-11T22:44:44.903" v="5536"/>
          <ac:spMkLst>
            <pc:docMk/>
            <pc:sldMk cId="721286722" sldId="289"/>
            <ac:spMk id="14" creationId="{A7B2CD4D-DF2B-82BF-4375-A6AD4819655C}"/>
          </ac:spMkLst>
        </pc:spChg>
        <pc:spChg chg="mod">
          <ac:chgData name="Matthew Dodds" userId="80d5a6ea92063750" providerId="LiveId" clId="{614D3421-716A-4CB0-994B-C24DF82A0F6F}" dt="2025-12-11T22:48:35.238" v="5672"/>
          <ac:spMkLst>
            <pc:docMk/>
            <pc:sldMk cId="721286722" sldId="289"/>
            <ac:spMk id="17" creationId="{DD427BB0-7169-9B8C-0677-32784F66449E}"/>
          </ac:spMkLst>
        </pc:spChg>
        <pc:spChg chg="mod">
          <ac:chgData name="Matthew Dodds" userId="80d5a6ea92063750" providerId="LiveId" clId="{614D3421-716A-4CB0-994B-C24DF82A0F6F}" dt="2025-12-11T22:48:56.872" v="5676" actId="20577"/>
          <ac:spMkLst>
            <pc:docMk/>
            <pc:sldMk cId="721286722" sldId="289"/>
            <ac:spMk id="18" creationId="{37ACB4FA-AD26-48C2-740E-CE08C5BCB3AD}"/>
          </ac:spMkLst>
        </pc:spChg>
        <pc:spChg chg="mod">
          <ac:chgData name="Matthew Dodds" userId="80d5a6ea92063750" providerId="LiveId" clId="{614D3421-716A-4CB0-994B-C24DF82A0F6F}" dt="2025-12-11T22:48:35.238" v="5672"/>
          <ac:spMkLst>
            <pc:docMk/>
            <pc:sldMk cId="721286722" sldId="289"/>
            <ac:spMk id="19" creationId="{EDEFF342-DFC0-3CA5-1B7E-B0B9253E2467}"/>
          </ac:spMkLst>
        </pc:spChg>
        <pc:spChg chg="mod">
          <ac:chgData name="Matthew Dodds" userId="80d5a6ea92063750" providerId="LiveId" clId="{614D3421-716A-4CB0-994B-C24DF82A0F6F}" dt="2025-12-11T22:48:35.567" v="5673"/>
          <ac:spMkLst>
            <pc:docMk/>
            <pc:sldMk cId="721286722" sldId="289"/>
            <ac:spMk id="21" creationId="{BB82526C-70B4-67A6-2475-2C7F1EE25BA4}"/>
          </ac:spMkLst>
        </pc:spChg>
        <pc:spChg chg="mod">
          <ac:chgData name="Matthew Dodds" userId="80d5a6ea92063750" providerId="LiveId" clId="{614D3421-716A-4CB0-994B-C24DF82A0F6F}" dt="2025-12-11T22:49:15.414" v="5679" actId="20577"/>
          <ac:spMkLst>
            <pc:docMk/>
            <pc:sldMk cId="721286722" sldId="289"/>
            <ac:spMk id="22" creationId="{672C3DA3-8842-4F87-84E3-8629DAF03650}"/>
          </ac:spMkLst>
        </pc:spChg>
        <pc:spChg chg="mod">
          <ac:chgData name="Matthew Dodds" userId="80d5a6ea92063750" providerId="LiveId" clId="{614D3421-716A-4CB0-994B-C24DF82A0F6F}" dt="2025-12-11T22:48:35.567" v="5673"/>
          <ac:spMkLst>
            <pc:docMk/>
            <pc:sldMk cId="721286722" sldId="289"/>
            <ac:spMk id="24" creationId="{2771E1DB-33A3-D587-FA06-0BEBE9789E4A}"/>
          </ac:spMkLst>
        </pc:spChg>
        <pc:spChg chg="mod">
          <ac:chgData name="Matthew Dodds" userId="80d5a6ea92063750" providerId="LiveId" clId="{614D3421-716A-4CB0-994B-C24DF82A0F6F}" dt="2025-12-11T22:49:20.944" v="5680"/>
          <ac:spMkLst>
            <pc:docMk/>
            <pc:sldMk cId="721286722" sldId="289"/>
            <ac:spMk id="33" creationId="{41C989D1-FCE1-FD01-B019-D7CA375F8799}"/>
          </ac:spMkLst>
        </pc:spChg>
        <pc:spChg chg="mod">
          <ac:chgData name="Matthew Dodds" userId="80d5a6ea92063750" providerId="LiveId" clId="{614D3421-716A-4CB0-994B-C24DF82A0F6F}" dt="2025-12-11T23:00:48.160" v="5853" actId="6549"/>
          <ac:spMkLst>
            <pc:docMk/>
            <pc:sldMk cId="721286722" sldId="289"/>
            <ac:spMk id="38" creationId="{78560D15-529F-E524-2FBA-4DF17B0E05D1}"/>
          </ac:spMkLst>
        </pc:spChg>
        <pc:spChg chg="mod">
          <ac:chgData name="Matthew Dodds" userId="80d5a6ea92063750" providerId="LiveId" clId="{614D3421-716A-4CB0-994B-C24DF82A0F6F}" dt="2025-12-11T22:45:00.216" v="5544" actId="1035"/>
          <ac:spMkLst>
            <pc:docMk/>
            <pc:sldMk cId="721286722" sldId="289"/>
            <ac:spMk id="39" creationId="{810975DD-DBEB-2312-B019-CFEEC9655781}"/>
          </ac:spMkLst>
        </pc:spChg>
        <pc:spChg chg="del mod">
          <ac:chgData name="Matthew Dodds" userId="80d5a6ea92063750" providerId="LiveId" clId="{614D3421-716A-4CB0-994B-C24DF82A0F6F}" dt="2025-12-11T22:44:48.243" v="5537" actId="478"/>
          <ac:spMkLst>
            <pc:docMk/>
            <pc:sldMk cId="721286722" sldId="289"/>
            <ac:spMk id="41" creationId="{0929711B-0B12-47D7-1AD4-360DBC39C61A}"/>
          </ac:spMkLst>
        </pc:spChg>
        <pc:spChg chg="mod">
          <ac:chgData name="Matthew Dodds" userId="80d5a6ea92063750" providerId="LiveId" clId="{614D3421-716A-4CB0-994B-C24DF82A0F6F}" dt="2025-12-11T22:49:30.176" v="5682" actId="20577"/>
          <ac:spMkLst>
            <pc:docMk/>
            <pc:sldMk cId="721286722" sldId="289"/>
            <ac:spMk id="44" creationId="{7F155362-2FDA-509C-B1E1-D000F822CAD2}"/>
          </ac:spMkLst>
        </pc:spChg>
        <pc:spChg chg="mod">
          <ac:chgData name="Matthew Dodds" userId="80d5a6ea92063750" providerId="LiveId" clId="{614D3421-716A-4CB0-994B-C24DF82A0F6F}" dt="2025-12-11T22:49:20.944" v="5680"/>
          <ac:spMkLst>
            <pc:docMk/>
            <pc:sldMk cId="721286722" sldId="289"/>
            <ac:spMk id="45" creationId="{FB47D84D-2CD9-F69C-492C-B4EDBC977BF7}"/>
          </ac:spMkLst>
        </pc:spChg>
        <pc:spChg chg="add mod">
          <ac:chgData name="Matthew Dodds" userId="80d5a6ea92063750" providerId="LiveId" clId="{614D3421-716A-4CB0-994B-C24DF82A0F6F}" dt="2025-12-11T23:01:54.814" v="5871" actId="404"/>
          <ac:spMkLst>
            <pc:docMk/>
            <pc:sldMk cId="721286722" sldId="289"/>
            <ac:spMk id="46" creationId="{FE0D9E85-7C75-FA41-1801-CA3FF1388B48}"/>
          </ac:spMkLst>
        </pc:spChg>
        <pc:spChg chg="add mod">
          <ac:chgData name="Matthew Dodds" userId="80d5a6ea92063750" providerId="LiveId" clId="{614D3421-716A-4CB0-994B-C24DF82A0F6F}" dt="2025-12-11T23:01:59.978" v="5873" actId="207"/>
          <ac:spMkLst>
            <pc:docMk/>
            <pc:sldMk cId="721286722" sldId="289"/>
            <ac:spMk id="47" creationId="{F4D16DEC-53EA-6626-04CE-732125758F19}"/>
          </ac:spMkLst>
        </pc:spChg>
        <pc:spChg chg="mod">
          <ac:chgData name="Matthew Dodds" userId="80d5a6ea92063750" providerId="LiveId" clId="{614D3421-716A-4CB0-994B-C24DF82A0F6F}" dt="2025-12-11T22:44:54.779" v="5541" actId="1035"/>
          <ac:spMkLst>
            <pc:docMk/>
            <pc:sldMk cId="721286722" sldId="289"/>
            <ac:spMk id="70" creationId="{5E2A60B5-3AEE-39D0-8E57-03D26E31B174}"/>
          </ac:spMkLst>
        </pc:spChg>
        <pc:spChg chg="mod">
          <ac:chgData name="Matthew Dodds" userId="80d5a6ea92063750" providerId="LiveId" clId="{614D3421-716A-4CB0-994B-C24DF82A0F6F}" dt="2025-12-11T22:48:18.729" v="5668" actId="164"/>
          <ac:spMkLst>
            <pc:docMk/>
            <pc:sldMk cId="721286722" sldId="289"/>
            <ac:spMk id="86" creationId="{987CC01E-7AFF-C50E-5DA7-8D8726B59671}"/>
          </ac:spMkLst>
        </pc:spChg>
        <pc:spChg chg="mod">
          <ac:chgData name="Matthew Dodds" userId="80d5a6ea92063750" providerId="LiveId" clId="{614D3421-716A-4CB0-994B-C24DF82A0F6F}" dt="2025-12-11T21:58:18.992" v="4641" actId="1038"/>
          <ac:spMkLst>
            <pc:docMk/>
            <pc:sldMk cId="721286722" sldId="289"/>
            <ac:spMk id="91" creationId="{DD75F4C6-34A8-D3D8-EA66-353EB2D617E5}"/>
          </ac:spMkLst>
        </pc:spChg>
        <pc:spChg chg="mod">
          <ac:chgData name="Matthew Dodds" userId="80d5a6ea92063750" providerId="LiveId" clId="{614D3421-716A-4CB0-994B-C24DF82A0F6F}" dt="2025-12-11T21:58:39.854" v="4652" actId="1037"/>
          <ac:spMkLst>
            <pc:docMk/>
            <pc:sldMk cId="721286722" sldId="289"/>
            <ac:spMk id="96" creationId="{3BF7244B-A97D-89FB-54FA-577A03314956}"/>
          </ac:spMkLst>
        </pc:spChg>
        <pc:spChg chg="mod">
          <ac:chgData name="Matthew Dodds" userId="80d5a6ea92063750" providerId="LiveId" clId="{614D3421-716A-4CB0-994B-C24DF82A0F6F}" dt="2025-12-11T21:58:35.104" v="4642" actId="1076"/>
          <ac:spMkLst>
            <pc:docMk/>
            <pc:sldMk cId="721286722" sldId="289"/>
            <ac:spMk id="97" creationId="{1DFAA2D1-89E0-BC50-4690-570187A85C3F}"/>
          </ac:spMkLst>
        </pc:spChg>
        <pc:spChg chg="mod">
          <ac:chgData name="Matthew Dodds" userId="80d5a6ea92063750" providerId="LiveId" clId="{614D3421-716A-4CB0-994B-C24DF82A0F6F}" dt="2025-12-11T21:56:19.981" v="4587" actId="1038"/>
          <ac:spMkLst>
            <pc:docMk/>
            <pc:sldMk cId="721286722" sldId="289"/>
            <ac:spMk id="106" creationId="{F2808325-4BD0-FFA6-A78B-DD7EE6F1C4A0}"/>
          </ac:spMkLst>
        </pc:spChg>
        <pc:spChg chg="mod">
          <ac:chgData name="Matthew Dodds" userId="80d5a6ea92063750" providerId="LiveId" clId="{614D3421-716A-4CB0-994B-C24DF82A0F6F}" dt="2025-12-11T22:48:18.729" v="5668" actId="164"/>
          <ac:spMkLst>
            <pc:docMk/>
            <pc:sldMk cId="721286722" sldId="289"/>
            <ac:spMk id="108" creationId="{6F3301D0-50E8-C368-5C5E-256B82586B56}"/>
          </ac:spMkLst>
        </pc:spChg>
        <pc:spChg chg="mod">
          <ac:chgData name="Matthew Dodds" userId="80d5a6ea92063750" providerId="LiveId" clId="{614D3421-716A-4CB0-994B-C24DF82A0F6F}" dt="2025-12-11T22:48:18.729" v="5668" actId="164"/>
          <ac:spMkLst>
            <pc:docMk/>
            <pc:sldMk cId="721286722" sldId="289"/>
            <ac:spMk id="112" creationId="{0F3B015F-8E8B-5047-C492-BF402A55C389}"/>
          </ac:spMkLst>
        </pc:spChg>
        <pc:spChg chg="mod">
          <ac:chgData name="Matthew Dodds" userId="80d5a6ea92063750" providerId="LiveId" clId="{614D3421-716A-4CB0-994B-C24DF82A0F6F}" dt="2025-12-11T21:57:46.746" v="4592" actId="1076"/>
          <ac:spMkLst>
            <pc:docMk/>
            <pc:sldMk cId="721286722" sldId="289"/>
            <ac:spMk id="213" creationId="{AC3B1CB0-35AA-2686-ED2E-C98DA6D4B633}"/>
          </ac:spMkLst>
        </pc:spChg>
        <pc:grpChg chg="add mod">
          <ac:chgData name="Matthew Dodds" userId="80d5a6ea92063750" providerId="LiveId" clId="{614D3421-716A-4CB0-994B-C24DF82A0F6F}" dt="2025-12-11T22:48:46.712" v="5674" actId="1076"/>
          <ac:grpSpMkLst>
            <pc:docMk/>
            <pc:sldMk cId="721286722" sldId="289"/>
            <ac:grpSpMk id="15" creationId="{FE335333-CA67-2A01-9360-9CFBC40A2C91}"/>
          </ac:grpSpMkLst>
        </pc:grpChg>
        <pc:grpChg chg="add mod">
          <ac:chgData name="Matthew Dodds" userId="80d5a6ea92063750" providerId="LiveId" clId="{614D3421-716A-4CB0-994B-C24DF82A0F6F}" dt="2025-12-11T22:48:54.735" v="5675" actId="1076"/>
          <ac:grpSpMkLst>
            <pc:docMk/>
            <pc:sldMk cId="721286722" sldId="289"/>
            <ac:grpSpMk id="16" creationId="{E2CD2367-24C7-64AE-2AB2-78D667481EB0}"/>
          </ac:grpSpMkLst>
        </pc:grpChg>
        <pc:grpChg chg="add mod">
          <ac:chgData name="Matthew Dodds" userId="80d5a6ea92063750" providerId="LiveId" clId="{614D3421-716A-4CB0-994B-C24DF82A0F6F}" dt="2025-12-11T22:49:10.634" v="5678" actId="1076"/>
          <ac:grpSpMkLst>
            <pc:docMk/>
            <pc:sldMk cId="721286722" sldId="289"/>
            <ac:grpSpMk id="20" creationId="{FDC0D05D-59F1-C430-BA24-08001B1719B0}"/>
          </ac:grpSpMkLst>
        </pc:grpChg>
        <pc:grpChg chg="add mod">
          <ac:chgData name="Matthew Dodds" userId="80d5a6ea92063750" providerId="LiveId" clId="{614D3421-716A-4CB0-994B-C24DF82A0F6F}" dt="2025-12-11T22:49:27.845" v="5681" actId="1076"/>
          <ac:grpSpMkLst>
            <pc:docMk/>
            <pc:sldMk cId="721286722" sldId="289"/>
            <ac:grpSpMk id="31" creationId="{6FA5518B-DFD0-D752-87D5-96FECEBF6737}"/>
          </ac:grpSpMkLst>
        </pc:grpChg>
        <pc:grpChg chg="del mod">
          <ac:chgData name="Matthew Dodds" userId="80d5a6ea92063750" providerId="LiveId" clId="{614D3421-716A-4CB0-994B-C24DF82A0F6F}" dt="2025-12-11T22:48:29.073" v="5669" actId="478"/>
          <ac:grpSpMkLst>
            <pc:docMk/>
            <pc:sldMk cId="721286722" sldId="289"/>
            <ac:grpSpMk id="133" creationId="{16653994-076F-8D3E-38ED-A3730BC49A86}"/>
          </ac:grpSpMkLst>
        </pc:grpChg>
        <pc:grpChg chg="del mod">
          <ac:chgData name="Matthew Dodds" userId="80d5a6ea92063750" providerId="LiveId" clId="{614D3421-716A-4CB0-994B-C24DF82A0F6F}" dt="2025-12-11T22:48:30.920" v="5670" actId="478"/>
          <ac:grpSpMkLst>
            <pc:docMk/>
            <pc:sldMk cId="721286722" sldId="289"/>
            <ac:grpSpMk id="134" creationId="{C26C11CD-107A-1BDC-50A1-03476AE59A5E}"/>
          </ac:grpSpMkLst>
        </pc:grpChg>
        <pc:grpChg chg="del mod">
          <ac:chgData name="Matthew Dodds" userId="80d5a6ea92063750" providerId="LiveId" clId="{614D3421-716A-4CB0-994B-C24DF82A0F6F}" dt="2025-12-11T22:48:32.403" v="5671" actId="478"/>
          <ac:grpSpMkLst>
            <pc:docMk/>
            <pc:sldMk cId="721286722" sldId="289"/>
            <ac:grpSpMk id="139" creationId="{5BA2CC6C-408E-1269-BC6C-6BF4F9FFB8D9}"/>
          </ac:grpSpMkLst>
        </pc:grpChg>
        <pc:grpChg chg="mod">
          <ac:chgData name="Matthew Dodds" userId="80d5a6ea92063750" providerId="LiveId" clId="{614D3421-716A-4CB0-994B-C24DF82A0F6F}" dt="2025-12-11T21:58:04.228" v="4628" actId="1038"/>
          <ac:grpSpMkLst>
            <pc:docMk/>
            <pc:sldMk cId="721286722" sldId="289"/>
            <ac:grpSpMk id="152" creationId="{209E3E2F-1C34-40C6-9122-93C6D1DC51FF}"/>
          </ac:grpSpMkLst>
        </pc:grpChg>
        <pc:grpChg chg="mod">
          <ac:chgData name="Matthew Dodds" userId="80d5a6ea92063750" providerId="LiveId" clId="{614D3421-716A-4CB0-994B-C24DF82A0F6F}" dt="2025-12-11T21:57:57.709" v="4609" actId="1038"/>
          <ac:grpSpMkLst>
            <pc:docMk/>
            <pc:sldMk cId="721286722" sldId="289"/>
            <ac:grpSpMk id="159" creationId="{608AAEF9-4BAD-08CD-A0F5-E971C28F03C4}"/>
          </ac:grpSpMkLst>
        </pc:grpChg>
        <pc:grpChg chg="mod">
          <ac:chgData name="Matthew Dodds" userId="80d5a6ea92063750" providerId="LiveId" clId="{614D3421-716A-4CB0-994B-C24DF82A0F6F}" dt="2025-12-11T21:58:14.589" v="4638" actId="1038"/>
          <ac:grpSpMkLst>
            <pc:docMk/>
            <pc:sldMk cId="721286722" sldId="289"/>
            <ac:grpSpMk id="182" creationId="{15C962C6-3027-04C7-00F2-3397A9D2B61E}"/>
          </ac:grpSpMkLst>
        </pc:grpChg>
        <pc:grpChg chg="mod">
          <ac:chgData name="Matthew Dodds" userId="80d5a6ea92063750" providerId="LiveId" clId="{614D3421-716A-4CB0-994B-C24DF82A0F6F}" dt="2025-12-11T21:58:14.589" v="4638" actId="1038"/>
          <ac:grpSpMkLst>
            <pc:docMk/>
            <pc:sldMk cId="721286722" sldId="289"/>
            <ac:grpSpMk id="183" creationId="{B7732F58-5E46-0156-8189-83BF0BA22709}"/>
          </ac:grpSpMkLst>
        </pc:grpChg>
        <pc:grpChg chg="mod">
          <ac:chgData name="Matthew Dodds" userId="80d5a6ea92063750" providerId="LiveId" clId="{614D3421-716A-4CB0-994B-C24DF82A0F6F}" dt="2025-12-11T21:58:14.589" v="4638" actId="1038"/>
          <ac:grpSpMkLst>
            <pc:docMk/>
            <pc:sldMk cId="721286722" sldId="289"/>
            <ac:grpSpMk id="197" creationId="{61DBA4EA-5FE8-A831-0E1D-6C12FAA0C98D}"/>
          </ac:grpSpMkLst>
        </pc:grpChg>
        <pc:grpChg chg="mod">
          <ac:chgData name="Matthew Dodds" userId="80d5a6ea92063750" providerId="LiveId" clId="{614D3421-716A-4CB0-994B-C24DF82A0F6F}" dt="2025-12-11T21:58:14.589" v="4638" actId="1038"/>
          <ac:grpSpMkLst>
            <pc:docMk/>
            <pc:sldMk cId="721286722" sldId="289"/>
            <ac:grpSpMk id="206" creationId="{3BBEF6E9-46F8-FF0E-08D9-87E47CF21068}"/>
          </ac:grpSpMkLst>
        </pc:grpChg>
        <pc:cxnChg chg="del">
          <ac:chgData name="Matthew Dodds" userId="80d5a6ea92063750" providerId="LiveId" clId="{614D3421-716A-4CB0-994B-C24DF82A0F6F}" dt="2025-12-11T21:57:13.712" v="4588" actId="478"/>
          <ac:cxnSpMkLst>
            <pc:docMk/>
            <pc:sldMk cId="721286722" sldId="289"/>
            <ac:cxnSpMk id="43" creationId="{02778B10-659D-AF95-5EB0-54695F9E32A6}"/>
          </ac:cxnSpMkLst>
        </pc:cxnChg>
        <pc:cxnChg chg="add mod">
          <ac:chgData name="Matthew Dodds" userId="80d5a6ea92063750" providerId="LiveId" clId="{614D3421-716A-4CB0-994B-C24DF82A0F6F}" dt="2025-12-11T23:02:29.967" v="5880" actId="1038"/>
          <ac:cxnSpMkLst>
            <pc:docMk/>
            <pc:sldMk cId="721286722" sldId="289"/>
            <ac:cxnSpMk id="48" creationId="{93DA1DC7-66F0-BBC7-8277-5957813CA247}"/>
          </ac:cxnSpMkLst>
        </pc:cxnChg>
      </pc:sldChg>
      <pc:sldChg chg="add ord">
        <pc:chgData name="Matthew Dodds" userId="80d5a6ea92063750" providerId="LiveId" clId="{614D3421-716A-4CB0-994B-C24DF82A0F6F}" dt="2025-12-12T00:51:32.481" v="5916"/>
        <pc:sldMkLst>
          <pc:docMk/>
          <pc:sldMk cId="614139898" sldId="290"/>
        </pc:sldMkLst>
      </pc:sldChg>
      <pc:sldChg chg="addSp delSp modSp add mod">
        <pc:chgData name="Matthew Dodds" userId="80d5a6ea92063750" providerId="LiveId" clId="{614D3421-716A-4CB0-994B-C24DF82A0F6F}" dt="2025-12-11T22:59:16.053" v="5852" actId="207"/>
        <pc:sldMkLst>
          <pc:docMk/>
          <pc:sldMk cId="3760332738" sldId="291"/>
        </pc:sldMkLst>
        <pc:spChg chg="mod">
          <ac:chgData name="Matthew Dodds" userId="80d5a6ea92063750" providerId="LiveId" clId="{614D3421-716A-4CB0-994B-C24DF82A0F6F}" dt="2025-12-11T21:02:17.016" v="4416" actId="20577"/>
          <ac:spMkLst>
            <pc:docMk/>
            <pc:sldMk cId="3760332738" sldId="291"/>
            <ac:spMk id="13" creationId="{86767856-6993-0649-FFA3-FD2305DE7434}"/>
          </ac:spMkLst>
        </pc:spChg>
        <pc:spChg chg="add del mod">
          <ac:chgData name="Matthew Dodds" userId="80d5a6ea92063750" providerId="LiveId" clId="{614D3421-716A-4CB0-994B-C24DF82A0F6F}" dt="2025-12-11T22:02:08.548" v="4696" actId="478"/>
          <ac:spMkLst>
            <pc:docMk/>
            <pc:sldMk cId="3760332738" sldId="291"/>
            <ac:spMk id="14" creationId="{8BF893EC-B943-7CDB-5CCF-23F5310AA261}"/>
          </ac:spMkLst>
        </pc:spChg>
        <pc:spChg chg="del">
          <ac:chgData name="Matthew Dodds" userId="80d5a6ea92063750" providerId="LiveId" clId="{614D3421-716A-4CB0-994B-C24DF82A0F6F}" dt="2025-12-11T21:02:42.237" v="4417" actId="478"/>
          <ac:spMkLst>
            <pc:docMk/>
            <pc:sldMk cId="3760332738" sldId="291"/>
            <ac:spMk id="14" creationId="{B994620C-BAFD-9D3B-3A2D-967509E1969C}"/>
          </ac:spMkLst>
        </pc:spChg>
        <pc:spChg chg="add mod ord">
          <ac:chgData name="Matthew Dodds" userId="80d5a6ea92063750" providerId="LiveId" clId="{614D3421-716A-4CB0-994B-C24DF82A0F6F}" dt="2025-12-11T22:40:23.335" v="5408" actId="6549"/>
          <ac:spMkLst>
            <pc:docMk/>
            <pc:sldMk cId="3760332738" sldId="291"/>
            <ac:spMk id="15" creationId="{35A24453-4F96-0F93-7C41-56ECB3102857}"/>
          </ac:spMkLst>
        </pc:spChg>
        <pc:spChg chg="del">
          <ac:chgData name="Matthew Dodds" userId="80d5a6ea92063750" providerId="LiveId" clId="{614D3421-716A-4CB0-994B-C24DF82A0F6F}" dt="2025-12-11T21:02:42.237" v="4417" actId="478"/>
          <ac:spMkLst>
            <pc:docMk/>
            <pc:sldMk cId="3760332738" sldId="291"/>
            <ac:spMk id="15" creationId="{618B740F-2E0F-9FA8-FABE-461BEBB85081}"/>
          </ac:spMkLst>
        </pc:spChg>
        <pc:spChg chg="del">
          <ac:chgData name="Matthew Dodds" userId="80d5a6ea92063750" providerId="LiveId" clId="{614D3421-716A-4CB0-994B-C24DF82A0F6F}" dt="2025-12-11T21:02:42.237" v="4417" actId="478"/>
          <ac:spMkLst>
            <pc:docMk/>
            <pc:sldMk cId="3760332738" sldId="291"/>
            <ac:spMk id="16" creationId="{3400FFC7-AD0C-8C61-E9B5-712C7678FB11}"/>
          </ac:spMkLst>
        </pc:spChg>
        <pc:spChg chg="add mod">
          <ac:chgData name="Matthew Dodds" userId="80d5a6ea92063750" providerId="LiveId" clId="{614D3421-716A-4CB0-994B-C24DF82A0F6F}" dt="2025-12-11T22:19:38.348" v="4966" actId="1035"/>
          <ac:spMkLst>
            <pc:docMk/>
            <pc:sldMk cId="3760332738" sldId="291"/>
            <ac:spMk id="16" creationId="{66D4ECFC-57C6-7A04-9A4B-AD5D77F1152C}"/>
          </ac:spMkLst>
        </pc:spChg>
        <pc:spChg chg="del mod">
          <ac:chgData name="Matthew Dodds" userId="80d5a6ea92063750" providerId="LiveId" clId="{614D3421-716A-4CB0-994B-C24DF82A0F6F}" dt="2025-12-11T22:23:40.116" v="5009" actId="478"/>
          <ac:spMkLst>
            <pc:docMk/>
            <pc:sldMk cId="3760332738" sldId="291"/>
            <ac:spMk id="18" creationId="{A72376A8-6F12-0545-E746-9DE5BB29BD08}"/>
          </ac:spMkLst>
        </pc:spChg>
        <pc:spChg chg="del">
          <ac:chgData name="Matthew Dodds" userId="80d5a6ea92063750" providerId="LiveId" clId="{614D3421-716A-4CB0-994B-C24DF82A0F6F}" dt="2025-12-11T21:02:42.237" v="4417" actId="478"/>
          <ac:spMkLst>
            <pc:docMk/>
            <pc:sldMk cId="3760332738" sldId="291"/>
            <ac:spMk id="19" creationId="{B1FF38B2-ADA3-CD8D-55CF-F5AA0AECAA90}"/>
          </ac:spMkLst>
        </pc:spChg>
        <pc:spChg chg="mod topLvl">
          <ac:chgData name="Matthew Dodds" userId="80d5a6ea92063750" providerId="LiveId" clId="{614D3421-716A-4CB0-994B-C24DF82A0F6F}" dt="2025-12-11T22:40:05.879" v="5407" actId="1035"/>
          <ac:spMkLst>
            <pc:docMk/>
            <pc:sldMk cId="3760332738" sldId="291"/>
            <ac:spMk id="19" creationId="{E6A2BB8B-A681-FA83-1351-814F44E7EA9B}"/>
          </ac:spMkLst>
        </pc:spChg>
        <pc:spChg chg="add del mod">
          <ac:chgData name="Matthew Dodds" userId="80d5a6ea92063750" providerId="LiveId" clId="{614D3421-716A-4CB0-994B-C24DF82A0F6F}" dt="2025-12-11T22:02:10.432" v="4697" actId="478"/>
          <ac:spMkLst>
            <pc:docMk/>
            <pc:sldMk cId="3760332738" sldId="291"/>
            <ac:spMk id="20" creationId="{3B786766-F014-DBC3-2308-32C3A93D8D91}"/>
          </ac:spMkLst>
        </pc:spChg>
        <pc:spChg chg="add del mod topLvl">
          <ac:chgData name="Matthew Dodds" userId="80d5a6ea92063750" providerId="LiveId" clId="{614D3421-716A-4CB0-994B-C24DF82A0F6F}" dt="2025-12-11T22:23:53.256" v="5012" actId="478"/>
          <ac:spMkLst>
            <pc:docMk/>
            <pc:sldMk cId="3760332738" sldId="291"/>
            <ac:spMk id="21" creationId="{1F1E6907-F58A-E717-1D38-E58D32F0E84E}"/>
          </ac:spMkLst>
        </pc:spChg>
        <pc:spChg chg="del">
          <ac:chgData name="Matthew Dodds" userId="80d5a6ea92063750" providerId="LiveId" clId="{614D3421-716A-4CB0-994B-C24DF82A0F6F}" dt="2025-12-11T21:02:42.237" v="4417" actId="478"/>
          <ac:spMkLst>
            <pc:docMk/>
            <pc:sldMk cId="3760332738" sldId="291"/>
            <ac:spMk id="21" creationId="{F8B0C1AB-3C44-C12C-87AD-DE671759F636}"/>
          </ac:spMkLst>
        </pc:spChg>
        <pc:spChg chg="add del mod">
          <ac:chgData name="Matthew Dodds" userId="80d5a6ea92063750" providerId="LiveId" clId="{614D3421-716A-4CB0-994B-C24DF82A0F6F}" dt="2025-12-11T22:09:17.472" v="4801" actId="478"/>
          <ac:spMkLst>
            <pc:docMk/>
            <pc:sldMk cId="3760332738" sldId="291"/>
            <ac:spMk id="31" creationId="{57D82BF9-572E-846E-5769-1359316630A6}"/>
          </ac:spMkLst>
        </pc:spChg>
        <pc:spChg chg="del topLvl">
          <ac:chgData name="Matthew Dodds" userId="80d5a6ea92063750" providerId="LiveId" clId="{614D3421-716A-4CB0-994B-C24DF82A0F6F}" dt="2025-12-11T22:08:59.870" v="4798" actId="478"/>
          <ac:spMkLst>
            <pc:docMk/>
            <pc:sldMk cId="3760332738" sldId="291"/>
            <ac:spMk id="38" creationId="{34925DAC-5313-F589-A376-20C1D9333DD9}"/>
          </ac:spMkLst>
        </pc:spChg>
        <pc:spChg chg="del topLvl">
          <ac:chgData name="Matthew Dodds" userId="80d5a6ea92063750" providerId="LiveId" clId="{614D3421-716A-4CB0-994B-C24DF82A0F6F}" dt="2025-12-11T21:11:48.198" v="4503" actId="478"/>
          <ac:spMkLst>
            <pc:docMk/>
            <pc:sldMk cId="3760332738" sldId="291"/>
            <ac:spMk id="39" creationId="{4F62F3FB-5B77-592F-2AAD-3ADEB0E663E4}"/>
          </ac:spMkLst>
        </pc:spChg>
        <pc:spChg chg="add mod">
          <ac:chgData name="Matthew Dodds" userId="80d5a6ea92063750" providerId="LiveId" clId="{614D3421-716A-4CB0-994B-C24DF82A0F6F}" dt="2025-12-11T22:25:51.085" v="5076" actId="1036"/>
          <ac:spMkLst>
            <pc:docMk/>
            <pc:sldMk cId="3760332738" sldId="291"/>
            <ac:spMk id="39" creationId="{AF93E190-9C81-4EA6-AC9A-E3731BF7AB38}"/>
          </ac:spMkLst>
        </pc:spChg>
        <pc:spChg chg="del">
          <ac:chgData name="Matthew Dodds" userId="80d5a6ea92063750" providerId="LiveId" clId="{614D3421-716A-4CB0-994B-C24DF82A0F6F}" dt="2025-12-11T22:09:19.927" v="4802" actId="478"/>
          <ac:spMkLst>
            <pc:docMk/>
            <pc:sldMk cId="3760332738" sldId="291"/>
            <ac:spMk id="41" creationId="{09EBB5EE-3A87-FD9E-D5D2-8D8AB1CDEF7A}"/>
          </ac:spMkLst>
        </pc:spChg>
        <pc:spChg chg="mod topLvl">
          <ac:chgData name="Matthew Dodds" userId="80d5a6ea92063750" providerId="LiveId" clId="{614D3421-716A-4CB0-994B-C24DF82A0F6F}" dt="2025-12-11T22:23:26.501" v="5002" actId="164"/>
          <ac:spMkLst>
            <pc:docMk/>
            <pc:sldMk cId="3760332738" sldId="291"/>
            <ac:spMk id="43" creationId="{EF666D25-45B7-E0A1-8395-0C3FFFEEAEB8}"/>
          </ac:spMkLst>
        </pc:spChg>
        <pc:spChg chg="add mod">
          <ac:chgData name="Matthew Dodds" userId="80d5a6ea92063750" providerId="LiveId" clId="{614D3421-716A-4CB0-994B-C24DF82A0F6F}" dt="2025-12-11T22:22:26.647" v="4993" actId="1076"/>
          <ac:spMkLst>
            <pc:docMk/>
            <pc:sldMk cId="3760332738" sldId="291"/>
            <ac:spMk id="45" creationId="{D6331C03-EF17-335E-2E89-7A16BCC76AAC}"/>
          </ac:spMkLst>
        </pc:spChg>
        <pc:spChg chg="add mod">
          <ac:chgData name="Matthew Dodds" userId="80d5a6ea92063750" providerId="LiveId" clId="{614D3421-716A-4CB0-994B-C24DF82A0F6F}" dt="2025-12-11T22:23:05.109" v="4999"/>
          <ac:spMkLst>
            <pc:docMk/>
            <pc:sldMk cId="3760332738" sldId="291"/>
            <ac:spMk id="48" creationId="{C23809D7-6984-5239-ADE8-C994D1E26CEC}"/>
          </ac:spMkLst>
        </pc:spChg>
        <pc:spChg chg="add mod">
          <ac:chgData name="Matthew Dodds" userId="80d5a6ea92063750" providerId="LiveId" clId="{614D3421-716A-4CB0-994B-C24DF82A0F6F}" dt="2025-12-11T22:23:05.550" v="5000"/>
          <ac:spMkLst>
            <pc:docMk/>
            <pc:sldMk cId="3760332738" sldId="291"/>
            <ac:spMk id="49" creationId="{CB8BCB44-3012-8458-1E31-AE8BB1C7B5CC}"/>
          </ac:spMkLst>
        </pc:spChg>
        <pc:spChg chg="mod">
          <ac:chgData name="Matthew Dodds" userId="80d5a6ea92063750" providerId="LiveId" clId="{614D3421-716A-4CB0-994B-C24DF82A0F6F}" dt="2025-12-11T22:23:37.308" v="5008" actId="20577"/>
          <ac:spMkLst>
            <pc:docMk/>
            <pc:sldMk cId="3760332738" sldId="291"/>
            <ac:spMk id="52" creationId="{06FFE9B6-4EA2-FC55-2476-8363A16E27E5}"/>
          </ac:spMkLst>
        </pc:spChg>
        <pc:spChg chg="mod">
          <ac:chgData name="Matthew Dodds" userId="80d5a6ea92063750" providerId="LiveId" clId="{614D3421-716A-4CB0-994B-C24DF82A0F6F}" dt="2025-12-11T22:23:27.774" v="5003"/>
          <ac:spMkLst>
            <pc:docMk/>
            <pc:sldMk cId="3760332738" sldId="291"/>
            <ac:spMk id="53" creationId="{F1B05560-E53D-E849-8329-CC93FCB95B85}"/>
          </ac:spMkLst>
        </pc:spChg>
        <pc:spChg chg="mod">
          <ac:chgData name="Matthew Dodds" userId="80d5a6ea92063750" providerId="LiveId" clId="{614D3421-716A-4CB0-994B-C24DF82A0F6F}" dt="2025-12-11T22:26:47.093" v="5077"/>
          <ac:spMkLst>
            <pc:docMk/>
            <pc:sldMk cId="3760332738" sldId="291"/>
            <ac:spMk id="59" creationId="{16097539-BFDF-72A6-A87B-EE98829F043B}"/>
          </ac:spMkLst>
        </pc:spChg>
        <pc:spChg chg="del mod topLvl">
          <ac:chgData name="Matthew Dodds" userId="80d5a6ea92063750" providerId="LiveId" clId="{614D3421-716A-4CB0-994B-C24DF82A0F6F}" dt="2025-12-11T22:23:45.638" v="5011" actId="478"/>
          <ac:spMkLst>
            <pc:docMk/>
            <pc:sldMk cId="3760332738" sldId="291"/>
            <ac:spMk id="69" creationId="{DF5C3607-186A-F398-5997-A792294D5FCA}"/>
          </ac:spMkLst>
        </pc:spChg>
        <pc:spChg chg="mod topLvl">
          <ac:chgData name="Matthew Dodds" userId="80d5a6ea92063750" providerId="LiveId" clId="{614D3421-716A-4CB0-994B-C24DF82A0F6F}" dt="2025-12-11T22:23:26.501" v="5002" actId="164"/>
          <ac:spMkLst>
            <pc:docMk/>
            <pc:sldMk cId="3760332738" sldId="291"/>
            <ac:spMk id="70" creationId="{7D0D7581-57BA-D909-4A45-AA10A64D8E46}"/>
          </ac:spMkLst>
        </pc:spChg>
        <pc:spChg chg="mod">
          <ac:chgData name="Matthew Dodds" userId="80d5a6ea92063750" providerId="LiveId" clId="{614D3421-716A-4CB0-994B-C24DF82A0F6F}" dt="2025-12-11T22:26:47.093" v="5077"/>
          <ac:spMkLst>
            <pc:docMk/>
            <pc:sldMk cId="3760332738" sldId="291"/>
            <ac:spMk id="81" creationId="{3AD0E569-FAA1-CE1A-6D9E-9B6E4762B4E7}"/>
          </ac:spMkLst>
        </pc:spChg>
        <pc:spChg chg="add mod">
          <ac:chgData name="Matthew Dodds" userId="80d5a6ea92063750" providerId="LiveId" clId="{614D3421-716A-4CB0-994B-C24DF82A0F6F}" dt="2025-12-11T22:36:56.581" v="5375" actId="6549"/>
          <ac:spMkLst>
            <pc:docMk/>
            <pc:sldMk cId="3760332738" sldId="291"/>
            <ac:spMk id="82" creationId="{DD0FDE88-6993-7176-E9F6-387014295707}"/>
          </ac:spMkLst>
        </pc:spChg>
        <pc:spChg chg="del">
          <ac:chgData name="Matthew Dodds" userId="80d5a6ea92063750" providerId="LiveId" clId="{614D3421-716A-4CB0-994B-C24DF82A0F6F}" dt="2025-12-11T21:02:42.237" v="4417" actId="478"/>
          <ac:spMkLst>
            <pc:docMk/>
            <pc:sldMk cId="3760332738" sldId="291"/>
            <ac:spMk id="83" creationId="{81EB1174-1A7C-7F6C-DD6F-AA1BD4354B6A}"/>
          </ac:spMkLst>
        </pc:spChg>
        <pc:spChg chg="add mod">
          <ac:chgData name="Matthew Dodds" userId="80d5a6ea92063750" providerId="LiveId" clId="{614D3421-716A-4CB0-994B-C24DF82A0F6F}" dt="2025-12-11T22:56:51.874" v="5728" actId="1038"/>
          <ac:spMkLst>
            <pc:docMk/>
            <pc:sldMk cId="3760332738" sldId="291"/>
            <ac:spMk id="83" creationId="{F7337D9A-36A2-9865-F94F-5E5F5EF03827}"/>
          </ac:spMkLst>
        </pc:spChg>
        <pc:spChg chg="add del mod">
          <ac:chgData name="Matthew Dodds" userId="80d5a6ea92063750" providerId="LiveId" clId="{614D3421-716A-4CB0-994B-C24DF82A0F6F}" dt="2025-12-11T22:09:13.743" v="4800" actId="478"/>
          <ac:spMkLst>
            <pc:docMk/>
            <pc:sldMk cId="3760332738" sldId="291"/>
            <ac:spMk id="84" creationId="{BCCCFD7D-E93C-E0EA-BDC3-57B56B4EB72C}"/>
          </ac:spMkLst>
        </pc:spChg>
        <pc:spChg chg="add del mod">
          <ac:chgData name="Matthew Dodds" userId="80d5a6ea92063750" providerId="LiveId" clId="{614D3421-716A-4CB0-994B-C24DF82A0F6F}" dt="2025-12-11T22:09:21.959" v="4803" actId="478"/>
          <ac:spMkLst>
            <pc:docMk/>
            <pc:sldMk cId="3760332738" sldId="291"/>
            <ac:spMk id="85" creationId="{6A6F23DA-A7B6-4FEE-E64A-7DADC7D9A280}"/>
          </ac:spMkLst>
        </pc:spChg>
        <pc:spChg chg="mod">
          <ac:chgData name="Matthew Dodds" userId="80d5a6ea92063750" providerId="LiveId" clId="{614D3421-716A-4CB0-994B-C24DF82A0F6F}" dt="2025-12-11T21:03:04.441" v="4419"/>
          <ac:spMkLst>
            <pc:docMk/>
            <pc:sldMk cId="3760332738" sldId="291"/>
            <ac:spMk id="88" creationId="{843E359C-B745-37C2-1D85-C817EEFF3281}"/>
          </ac:spMkLst>
        </pc:spChg>
        <pc:spChg chg="mod">
          <ac:chgData name="Matthew Dodds" userId="80d5a6ea92063750" providerId="LiveId" clId="{614D3421-716A-4CB0-994B-C24DF82A0F6F}" dt="2025-12-11T22:09:44.561" v="4806" actId="14100"/>
          <ac:spMkLst>
            <pc:docMk/>
            <pc:sldMk cId="3760332738" sldId="291"/>
            <ac:spMk id="90" creationId="{2E8DDA85-57BF-8C78-E959-8D24FB291F44}"/>
          </ac:spMkLst>
        </pc:spChg>
        <pc:spChg chg="mod">
          <ac:chgData name="Matthew Dodds" userId="80d5a6ea92063750" providerId="LiveId" clId="{614D3421-716A-4CB0-994B-C24DF82A0F6F}" dt="2025-12-11T21:03:04.441" v="4419"/>
          <ac:spMkLst>
            <pc:docMk/>
            <pc:sldMk cId="3760332738" sldId="291"/>
            <ac:spMk id="93" creationId="{B3FF2D70-B6A8-84FE-2CDA-1F6594806BEB}"/>
          </ac:spMkLst>
        </pc:spChg>
        <pc:spChg chg="mod">
          <ac:chgData name="Matthew Dodds" userId="80d5a6ea92063750" providerId="LiveId" clId="{614D3421-716A-4CB0-994B-C24DF82A0F6F}" dt="2025-12-11T21:03:04.441" v="4419"/>
          <ac:spMkLst>
            <pc:docMk/>
            <pc:sldMk cId="3760332738" sldId="291"/>
            <ac:spMk id="94" creationId="{32044DAB-99B3-57FE-D947-1C69DDCBF5D8}"/>
          </ac:spMkLst>
        </pc:spChg>
        <pc:spChg chg="add del mod">
          <ac:chgData name="Matthew Dodds" userId="80d5a6ea92063750" providerId="LiveId" clId="{614D3421-716A-4CB0-994B-C24DF82A0F6F}" dt="2025-12-11T22:17:21.064" v="4949" actId="478"/>
          <ac:spMkLst>
            <pc:docMk/>
            <pc:sldMk cId="3760332738" sldId="291"/>
            <ac:spMk id="95" creationId="{E299A0B8-256A-306B-9CC7-636D2338FFDA}"/>
          </ac:spMkLst>
        </pc:spChg>
        <pc:spChg chg="mod">
          <ac:chgData name="Matthew Dodds" userId="80d5a6ea92063750" providerId="LiveId" clId="{614D3421-716A-4CB0-994B-C24DF82A0F6F}" dt="2025-12-11T21:14:25.857" v="4560" actId="207"/>
          <ac:spMkLst>
            <pc:docMk/>
            <pc:sldMk cId="3760332738" sldId="291"/>
            <ac:spMk id="99" creationId="{ECAB761C-6ED0-D4F7-11FD-C55C228802DA}"/>
          </ac:spMkLst>
        </pc:spChg>
        <pc:spChg chg="mod">
          <ac:chgData name="Matthew Dodds" userId="80d5a6ea92063750" providerId="LiveId" clId="{614D3421-716A-4CB0-994B-C24DF82A0F6F}" dt="2025-12-11T22:27:50.797" v="5096" actId="1035"/>
          <ac:spMkLst>
            <pc:docMk/>
            <pc:sldMk cId="3760332738" sldId="291"/>
            <ac:spMk id="100" creationId="{C1143C86-EAA8-A223-BB5F-BB982DA6A408}"/>
          </ac:spMkLst>
        </pc:spChg>
        <pc:spChg chg="add mod">
          <ac:chgData name="Matthew Dodds" userId="80d5a6ea92063750" providerId="LiveId" clId="{614D3421-716A-4CB0-994B-C24DF82A0F6F}" dt="2025-12-11T22:15:37.781" v="4925" actId="164"/>
          <ac:spMkLst>
            <pc:docMk/>
            <pc:sldMk cId="3760332738" sldId="291"/>
            <ac:spMk id="101" creationId="{DE2DE94F-5FCF-442D-2149-B22A48B47CF4}"/>
          </ac:spMkLst>
        </pc:spChg>
        <pc:spChg chg="add mod">
          <ac:chgData name="Matthew Dodds" userId="80d5a6ea92063750" providerId="LiveId" clId="{614D3421-716A-4CB0-994B-C24DF82A0F6F}" dt="2025-12-11T22:58:40.779" v="5832" actId="1037"/>
          <ac:spMkLst>
            <pc:docMk/>
            <pc:sldMk cId="3760332738" sldId="291"/>
            <ac:spMk id="102" creationId="{75190672-A516-5308-7AF2-9FF57918428E}"/>
          </ac:spMkLst>
        </pc:spChg>
        <pc:spChg chg="add mod">
          <ac:chgData name="Matthew Dodds" userId="80d5a6ea92063750" providerId="LiveId" clId="{614D3421-716A-4CB0-994B-C24DF82A0F6F}" dt="2025-12-11T22:56:51.874" v="5728" actId="1038"/>
          <ac:spMkLst>
            <pc:docMk/>
            <pc:sldMk cId="3760332738" sldId="291"/>
            <ac:spMk id="103" creationId="{989D3417-7A32-4F8B-E9F4-FD835E88901A}"/>
          </ac:spMkLst>
        </pc:spChg>
        <pc:spChg chg="del">
          <ac:chgData name="Matthew Dodds" userId="80d5a6ea92063750" providerId="LiveId" clId="{614D3421-716A-4CB0-994B-C24DF82A0F6F}" dt="2025-12-11T21:02:42.237" v="4417" actId="478"/>
          <ac:spMkLst>
            <pc:docMk/>
            <pc:sldMk cId="3760332738" sldId="291"/>
            <ac:spMk id="104" creationId="{AA6E7DF6-E2C4-4B73-917E-6140158DF6D5}"/>
          </ac:spMkLst>
        </pc:spChg>
        <pc:spChg chg="del">
          <ac:chgData name="Matthew Dodds" userId="80d5a6ea92063750" providerId="LiveId" clId="{614D3421-716A-4CB0-994B-C24DF82A0F6F}" dt="2025-12-11T21:02:42.237" v="4417" actId="478"/>
          <ac:spMkLst>
            <pc:docMk/>
            <pc:sldMk cId="3760332738" sldId="291"/>
            <ac:spMk id="105" creationId="{EFB3BD11-99CE-54E5-F833-7AA93627A1FA}"/>
          </ac:spMkLst>
        </pc:spChg>
        <pc:spChg chg="mod">
          <ac:chgData name="Matthew Dodds" userId="80d5a6ea92063750" providerId="LiveId" clId="{614D3421-716A-4CB0-994B-C24DF82A0F6F}" dt="2025-12-11T22:31:04.340" v="5161"/>
          <ac:spMkLst>
            <pc:docMk/>
            <pc:sldMk cId="3760332738" sldId="291"/>
            <ac:spMk id="106" creationId="{3A664A11-66F8-EFB7-0EAE-3ECB5534D6B5}"/>
          </ac:spMkLst>
        </pc:spChg>
        <pc:spChg chg="del mod">
          <ac:chgData name="Matthew Dodds" userId="80d5a6ea92063750" providerId="LiveId" clId="{614D3421-716A-4CB0-994B-C24DF82A0F6F}" dt="2025-12-11T22:31:27.477" v="5163" actId="478"/>
          <ac:spMkLst>
            <pc:docMk/>
            <pc:sldMk cId="3760332738" sldId="291"/>
            <ac:spMk id="107" creationId="{C0E1094A-79C5-7864-E3AD-E22CB30EF8D1}"/>
          </ac:spMkLst>
        </pc:spChg>
        <pc:spChg chg="mod">
          <ac:chgData name="Matthew Dodds" userId="80d5a6ea92063750" providerId="LiveId" clId="{614D3421-716A-4CB0-994B-C24DF82A0F6F}" dt="2025-12-11T22:31:04.340" v="5161"/>
          <ac:spMkLst>
            <pc:docMk/>
            <pc:sldMk cId="3760332738" sldId="291"/>
            <ac:spMk id="108" creationId="{0002D1BB-3105-282A-CBEE-F51AEA417709}"/>
          </ac:spMkLst>
        </pc:spChg>
        <pc:spChg chg="add mod">
          <ac:chgData name="Matthew Dodds" userId="80d5a6ea92063750" providerId="LiveId" clId="{614D3421-716A-4CB0-994B-C24DF82A0F6F}" dt="2025-12-11T22:34:04.428" v="5259" actId="14100"/>
          <ac:spMkLst>
            <pc:docMk/>
            <pc:sldMk cId="3760332738" sldId="291"/>
            <ac:spMk id="109" creationId="{19BEE456-7A73-BBBB-8291-61B0ABB7B3D9}"/>
          </ac:spMkLst>
        </pc:spChg>
        <pc:spChg chg="add mod">
          <ac:chgData name="Matthew Dodds" userId="80d5a6ea92063750" providerId="LiveId" clId="{614D3421-716A-4CB0-994B-C24DF82A0F6F}" dt="2025-12-11T22:34:13.657" v="5260" actId="1076"/>
          <ac:spMkLst>
            <pc:docMk/>
            <pc:sldMk cId="3760332738" sldId="291"/>
            <ac:spMk id="110" creationId="{E27B664B-5721-C026-6C4C-4CC824DEE3E8}"/>
          </ac:spMkLst>
        </pc:spChg>
        <pc:spChg chg="add mod">
          <ac:chgData name="Matthew Dodds" userId="80d5a6ea92063750" providerId="LiveId" clId="{614D3421-716A-4CB0-994B-C24DF82A0F6F}" dt="2025-12-11T22:40:51.857" v="5435" actId="1036"/>
          <ac:spMkLst>
            <pc:docMk/>
            <pc:sldMk cId="3760332738" sldId="291"/>
            <ac:spMk id="119" creationId="{EDC09A5E-F66C-495C-0F27-2A86BC77C31D}"/>
          </ac:spMkLst>
        </pc:spChg>
        <pc:spChg chg="add mod">
          <ac:chgData name="Matthew Dodds" userId="80d5a6ea92063750" providerId="LiveId" clId="{614D3421-716A-4CB0-994B-C24DF82A0F6F}" dt="2025-12-11T22:41:53.343" v="5471" actId="20577"/>
          <ac:spMkLst>
            <pc:docMk/>
            <pc:sldMk cId="3760332738" sldId="291"/>
            <ac:spMk id="120" creationId="{380AD9EA-DB1E-7003-6364-2F1597A05CCB}"/>
          </ac:spMkLst>
        </pc:spChg>
        <pc:spChg chg="add mod">
          <ac:chgData name="Matthew Dodds" userId="80d5a6ea92063750" providerId="LiveId" clId="{614D3421-716A-4CB0-994B-C24DF82A0F6F}" dt="2025-12-11T22:43:25.784" v="5506" actId="1035"/>
          <ac:spMkLst>
            <pc:docMk/>
            <pc:sldMk cId="3760332738" sldId="291"/>
            <ac:spMk id="121" creationId="{3DDF3130-96C5-43BB-5BAF-5787F9E9D131}"/>
          </ac:spMkLst>
        </pc:spChg>
        <pc:spChg chg="add del mod">
          <ac:chgData name="Matthew Dodds" userId="80d5a6ea92063750" providerId="LiveId" clId="{614D3421-716A-4CB0-994B-C24DF82A0F6F}" dt="2025-12-11T22:42:34.708" v="5482" actId="478"/>
          <ac:spMkLst>
            <pc:docMk/>
            <pc:sldMk cId="3760332738" sldId="291"/>
            <ac:spMk id="122" creationId="{4C6F890F-6F5B-C53F-E895-AD05B5FBA55F}"/>
          </ac:spMkLst>
        </pc:spChg>
        <pc:spChg chg="add mod">
          <ac:chgData name="Matthew Dodds" userId="80d5a6ea92063750" providerId="LiveId" clId="{614D3421-716A-4CB0-994B-C24DF82A0F6F}" dt="2025-12-11T22:55:28.127" v="5718" actId="14100"/>
          <ac:spMkLst>
            <pc:docMk/>
            <pc:sldMk cId="3760332738" sldId="291"/>
            <ac:spMk id="123" creationId="{6E2C503E-BB65-57BD-39F4-D7EA6F57A810}"/>
          </ac:spMkLst>
        </pc:spChg>
        <pc:spChg chg="add mod">
          <ac:chgData name="Matthew Dodds" userId="80d5a6ea92063750" providerId="LiveId" clId="{614D3421-716A-4CB0-994B-C24DF82A0F6F}" dt="2025-12-11T22:51:14.365" v="5687" actId="1076"/>
          <ac:spMkLst>
            <pc:docMk/>
            <pc:sldMk cId="3760332738" sldId="291"/>
            <ac:spMk id="124" creationId="{A6121435-A999-B5D2-77D7-035BE752B4BA}"/>
          </ac:spMkLst>
        </pc:spChg>
        <pc:spChg chg="del mod topLvl">
          <ac:chgData name="Matthew Dodds" userId="80d5a6ea92063750" providerId="LiveId" clId="{614D3421-716A-4CB0-994B-C24DF82A0F6F}" dt="2025-12-11T22:52:04.234" v="5690" actId="478"/>
          <ac:spMkLst>
            <pc:docMk/>
            <pc:sldMk cId="3760332738" sldId="291"/>
            <ac:spMk id="127" creationId="{7FB556F3-2484-DACB-9EB2-52B46D658947}"/>
          </ac:spMkLst>
        </pc:spChg>
        <pc:spChg chg="mod topLvl">
          <ac:chgData name="Matthew Dodds" userId="80d5a6ea92063750" providerId="LiveId" clId="{614D3421-716A-4CB0-994B-C24DF82A0F6F}" dt="2025-12-11T22:53:44.416" v="5708" actId="164"/>
          <ac:spMkLst>
            <pc:docMk/>
            <pc:sldMk cId="3760332738" sldId="291"/>
            <ac:spMk id="128" creationId="{E6785C1C-1578-AECD-40BC-3485963DD453}"/>
          </ac:spMkLst>
        </pc:spChg>
        <pc:spChg chg="del mod topLvl">
          <ac:chgData name="Matthew Dodds" userId="80d5a6ea92063750" providerId="LiveId" clId="{614D3421-716A-4CB0-994B-C24DF82A0F6F}" dt="2025-12-11T22:52:07.206" v="5691" actId="478"/>
          <ac:spMkLst>
            <pc:docMk/>
            <pc:sldMk cId="3760332738" sldId="291"/>
            <ac:spMk id="129" creationId="{D65CB994-07DD-776B-2948-C0E61626110C}"/>
          </ac:spMkLst>
        </pc:spChg>
        <pc:spChg chg="add mod">
          <ac:chgData name="Matthew Dodds" userId="80d5a6ea92063750" providerId="LiveId" clId="{614D3421-716A-4CB0-994B-C24DF82A0F6F}" dt="2025-12-11T22:53:44.416" v="5708" actId="164"/>
          <ac:spMkLst>
            <pc:docMk/>
            <pc:sldMk cId="3760332738" sldId="291"/>
            <ac:spMk id="130" creationId="{66D4532A-E3AA-53E6-7BD9-747491196E97}"/>
          </ac:spMkLst>
        </pc:spChg>
        <pc:spChg chg="add mod">
          <ac:chgData name="Matthew Dodds" userId="80d5a6ea92063750" providerId="LiveId" clId="{614D3421-716A-4CB0-994B-C24DF82A0F6F}" dt="2025-12-11T22:53:44.416" v="5708" actId="164"/>
          <ac:spMkLst>
            <pc:docMk/>
            <pc:sldMk cId="3760332738" sldId="291"/>
            <ac:spMk id="131" creationId="{492C7C8F-1F5F-3458-E6DC-3C7096FFD12D}"/>
          </ac:spMkLst>
        </pc:spChg>
        <pc:spChg chg="add mod">
          <ac:chgData name="Matthew Dodds" userId="80d5a6ea92063750" providerId="LiveId" clId="{614D3421-716A-4CB0-994B-C24DF82A0F6F}" dt="2025-12-11T22:53:44.416" v="5708" actId="164"/>
          <ac:spMkLst>
            <pc:docMk/>
            <pc:sldMk cId="3760332738" sldId="291"/>
            <ac:spMk id="132" creationId="{BF4AB333-0404-2D3B-1EAC-004C858725B2}"/>
          </ac:spMkLst>
        </pc:spChg>
        <pc:spChg chg="add mod">
          <ac:chgData name="Matthew Dodds" userId="80d5a6ea92063750" providerId="LiveId" clId="{614D3421-716A-4CB0-994B-C24DF82A0F6F}" dt="2025-12-11T22:53:44.416" v="5708" actId="164"/>
          <ac:spMkLst>
            <pc:docMk/>
            <pc:sldMk cId="3760332738" sldId="291"/>
            <ac:spMk id="133" creationId="{D5760CDD-DC77-7E58-4341-46D5C47D4A66}"/>
          </ac:spMkLst>
        </pc:spChg>
        <pc:spChg chg="mod">
          <ac:chgData name="Matthew Dodds" userId="80d5a6ea92063750" providerId="LiveId" clId="{614D3421-716A-4CB0-994B-C24DF82A0F6F}" dt="2025-12-11T22:54:54.204" v="5717" actId="692"/>
          <ac:spMkLst>
            <pc:docMk/>
            <pc:sldMk cId="3760332738" sldId="291"/>
            <ac:spMk id="136" creationId="{7453E329-EB6C-B9B2-89D9-57E9659FDA4F}"/>
          </ac:spMkLst>
        </pc:spChg>
        <pc:spChg chg="mod">
          <ac:chgData name="Matthew Dodds" userId="80d5a6ea92063750" providerId="LiveId" clId="{614D3421-716A-4CB0-994B-C24DF82A0F6F}" dt="2025-12-11T22:54:40.260" v="5714"/>
          <ac:spMkLst>
            <pc:docMk/>
            <pc:sldMk cId="3760332738" sldId="291"/>
            <ac:spMk id="137" creationId="{E080AEF3-262D-8C05-2A53-8ECC48A5B4C2}"/>
          </ac:spMkLst>
        </pc:spChg>
        <pc:spChg chg="add mod">
          <ac:chgData name="Matthew Dodds" userId="80d5a6ea92063750" providerId="LiveId" clId="{614D3421-716A-4CB0-994B-C24DF82A0F6F}" dt="2025-12-11T22:59:04.078" v="5849" actId="207"/>
          <ac:spMkLst>
            <pc:docMk/>
            <pc:sldMk cId="3760332738" sldId="291"/>
            <ac:spMk id="138" creationId="{FCB16DDC-666D-8B7C-EA76-DCE9E21A86DD}"/>
          </ac:spMkLst>
        </pc:spChg>
        <pc:spChg chg="add mod">
          <ac:chgData name="Matthew Dodds" userId="80d5a6ea92063750" providerId="LiveId" clId="{614D3421-716A-4CB0-994B-C24DF82A0F6F}" dt="2025-12-11T22:59:08.307" v="5850" actId="207"/>
          <ac:spMkLst>
            <pc:docMk/>
            <pc:sldMk cId="3760332738" sldId="291"/>
            <ac:spMk id="139" creationId="{83EE4FA0-E3DC-AEE3-F565-7FC1D576F994}"/>
          </ac:spMkLst>
        </pc:spChg>
        <pc:spChg chg="add mod">
          <ac:chgData name="Matthew Dodds" userId="80d5a6ea92063750" providerId="LiveId" clId="{614D3421-716A-4CB0-994B-C24DF82A0F6F}" dt="2025-12-11T22:59:16.053" v="5852" actId="207"/>
          <ac:spMkLst>
            <pc:docMk/>
            <pc:sldMk cId="3760332738" sldId="291"/>
            <ac:spMk id="140" creationId="{B604DA60-5F98-420D-B71A-3F21EF2C6478}"/>
          </ac:spMkLst>
        </pc:spChg>
        <pc:spChg chg="add del mod">
          <ac:chgData name="Matthew Dodds" userId="80d5a6ea92063750" providerId="LiveId" clId="{614D3421-716A-4CB0-994B-C24DF82A0F6F}" dt="2025-12-11T22:58:00.914" v="5801" actId="478"/>
          <ac:spMkLst>
            <pc:docMk/>
            <pc:sldMk cId="3760332738" sldId="291"/>
            <ac:spMk id="141" creationId="{EDA85FB0-C46D-D990-B78D-8A10CAB039E1}"/>
          </ac:spMkLst>
        </pc:spChg>
        <pc:spChg chg="del">
          <ac:chgData name="Matthew Dodds" userId="80d5a6ea92063750" providerId="LiveId" clId="{614D3421-716A-4CB0-994B-C24DF82A0F6F}" dt="2025-12-11T21:02:42.237" v="4417" actId="478"/>
          <ac:spMkLst>
            <pc:docMk/>
            <pc:sldMk cId="3760332738" sldId="291"/>
            <ac:spMk id="164" creationId="{ABD8CCBA-221F-2EA7-7F71-E4B7B8130A08}"/>
          </ac:spMkLst>
        </pc:spChg>
        <pc:spChg chg="del">
          <ac:chgData name="Matthew Dodds" userId="80d5a6ea92063750" providerId="LiveId" clId="{614D3421-716A-4CB0-994B-C24DF82A0F6F}" dt="2025-12-11T21:02:42.237" v="4417" actId="478"/>
          <ac:spMkLst>
            <pc:docMk/>
            <pc:sldMk cId="3760332738" sldId="291"/>
            <ac:spMk id="179" creationId="{C596DA63-5BA0-B7FC-0542-FC119BAB397B}"/>
          </ac:spMkLst>
        </pc:spChg>
        <pc:grpChg chg="add del mod">
          <ac:chgData name="Matthew Dodds" userId="80d5a6ea92063750" providerId="LiveId" clId="{614D3421-716A-4CB0-994B-C24DF82A0F6F}" dt="2025-12-11T22:23:53.256" v="5012" actId="478"/>
          <ac:grpSpMkLst>
            <pc:docMk/>
            <pc:sldMk cId="3760332738" sldId="291"/>
            <ac:grpSpMk id="17" creationId="{03A84CF8-5061-FD8B-F329-3B97EEA0B4B4}"/>
          </ac:grpSpMkLst>
        </pc:grpChg>
        <pc:grpChg chg="del">
          <ac:chgData name="Matthew Dodds" userId="80d5a6ea92063750" providerId="LiveId" clId="{614D3421-716A-4CB0-994B-C24DF82A0F6F}" dt="2025-12-11T21:11:48.198" v="4503" actId="478"/>
          <ac:grpSpMkLst>
            <pc:docMk/>
            <pc:sldMk cId="3760332738" sldId="291"/>
            <ac:grpSpMk id="33" creationId="{4C8E9022-DFF1-0387-CF9F-C993BF34D285}"/>
          </ac:grpSpMkLst>
        </pc:grpChg>
        <pc:grpChg chg="add mod">
          <ac:chgData name="Matthew Dodds" userId="80d5a6ea92063750" providerId="LiveId" clId="{614D3421-716A-4CB0-994B-C24DF82A0F6F}" dt="2025-12-11T22:36:29.955" v="5360" actId="1076"/>
          <ac:grpSpMkLst>
            <pc:docMk/>
            <pc:sldMk cId="3760332738" sldId="291"/>
            <ac:grpSpMk id="33" creationId="{590386C0-C025-9CD5-888F-DE8170CC3F63}"/>
          </ac:grpSpMkLst>
        </pc:grpChg>
        <pc:grpChg chg="add del mod">
          <ac:chgData name="Matthew Dodds" userId="80d5a6ea92063750" providerId="LiveId" clId="{614D3421-716A-4CB0-994B-C24DF82A0F6F}" dt="2025-12-11T22:23:18.862" v="5001" actId="165"/>
          <ac:grpSpMkLst>
            <pc:docMk/>
            <pc:sldMk cId="3760332738" sldId="291"/>
            <ac:grpSpMk id="42" creationId="{D3A1C8CF-D332-A261-84DE-4FA44CF7920F}"/>
          </ac:grpSpMkLst>
        </pc:grpChg>
        <pc:grpChg chg="add mod">
          <ac:chgData name="Matthew Dodds" userId="80d5a6ea92063750" providerId="LiveId" clId="{614D3421-716A-4CB0-994B-C24DF82A0F6F}" dt="2025-12-11T22:24:47.046" v="5055" actId="1037"/>
          <ac:grpSpMkLst>
            <pc:docMk/>
            <pc:sldMk cId="3760332738" sldId="291"/>
            <ac:grpSpMk id="46" creationId="{E9449AC2-3830-1FB9-E692-0A790A562D00}"/>
          </ac:grpSpMkLst>
        </pc:grpChg>
        <pc:grpChg chg="add mod">
          <ac:chgData name="Matthew Dodds" userId="80d5a6ea92063750" providerId="LiveId" clId="{614D3421-716A-4CB0-994B-C24DF82A0F6F}" dt="2025-12-11T22:24:47.046" v="5055" actId="1037"/>
          <ac:grpSpMkLst>
            <pc:docMk/>
            <pc:sldMk cId="3760332738" sldId="291"/>
            <ac:grpSpMk id="50" creationId="{58139792-6443-37DA-920E-5E8AE588C905}"/>
          </ac:grpSpMkLst>
        </pc:grpChg>
        <pc:grpChg chg="add mod">
          <ac:chgData name="Matthew Dodds" userId="80d5a6ea92063750" providerId="LiveId" clId="{614D3421-716A-4CB0-994B-C24DF82A0F6F}" dt="2025-12-11T22:24:47.046" v="5055" actId="1037"/>
          <ac:grpSpMkLst>
            <pc:docMk/>
            <pc:sldMk cId="3760332738" sldId="291"/>
            <ac:grpSpMk id="51" creationId="{55E7F183-BDB0-A344-9CDD-0831743F6E79}"/>
          </ac:grpSpMkLst>
        </pc:grpChg>
        <pc:grpChg chg="add del mod">
          <ac:chgData name="Matthew Dodds" userId="80d5a6ea92063750" providerId="LiveId" clId="{614D3421-716A-4CB0-994B-C24DF82A0F6F}" dt="2025-12-11T22:27:26.402" v="5080" actId="478"/>
          <ac:grpSpMkLst>
            <pc:docMk/>
            <pc:sldMk cId="3760332738" sldId="291"/>
            <ac:grpSpMk id="58" creationId="{2A4A873A-0441-9DA5-2C40-3679BE2EB271}"/>
          </ac:grpSpMkLst>
        </pc:grpChg>
        <pc:grpChg chg="del mod">
          <ac:chgData name="Matthew Dodds" userId="80d5a6ea92063750" providerId="LiveId" clId="{614D3421-716A-4CB0-994B-C24DF82A0F6F}" dt="2025-12-11T22:10:05.136" v="4807" actId="478"/>
          <ac:grpSpMkLst>
            <pc:docMk/>
            <pc:sldMk cId="3760332738" sldId="291"/>
            <ac:grpSpMk id="87" creationId="{B866E3EA-458D-B2EC-7569-01E0F27382E0}"/>
          </ac:grpSpMkLst>
        </pc:grpChg>
        <pc:grpChg chg="del">
          <ac:chgData name="Matthew Dodds" userId="80d5a6ea92063750" providerId="LiveId" clId="{614D3421-716A-4CB0-994B-C24DF82A0F6F}" dt="2025-12-11T22:09:06.398" v="4799" actId="478"/>
          <ac:grpSpMkLst>
            <pc:docMk/>
            <pc:sldMk cId="3760332738" sldId="291"/>
            <ac:grpSpMk id="91" creationId="{E48189F1-F22A-60B5-9507-37ED7A2E7226}"/>
          </ac:grpSpMkLst>
        </pc:grpChg>
        <pc:grpChg chg="add mod">
          <ac:chgData name="Matthew Dodds" userId="80d5a6ea92063750" providerId="LiveId" clId="{614D3421-716A-4CB0-994B-C24DF82A0F6F}" dt="2025-12-11T22:15:37.781" v="4925" actId="164"/>
          <ac:grpSpMkLst>
            <pc:docMk/>
            <pc:sldMk cId="3760332738" sldId="291"/>
            <ac:grpSpMk id="98" creationId="{63199BC9-DF96-8BC3-AD6A-8DE752E4CB10}"/>
          </ac:grpSpMkLst>
        </pc:grpChg>
        <pc:grpChg chg="add del mod">
          <ac:chgData name="Matthew Dodds" userId="80d5a6ea92063750" providerId="LiveId" clId="{614D3421-716A-4CB0-994B-C24DF82A0F6F}" dt="2025-12-11T22:31:38.515" v="5166" actId="478"/>
          <ac:grpSpMkLst>
            <pc:docMk/>
            <pc:sldMk cId="3760332738" sldId="291"/>
            <ac:grpSpMk id="104" creationId="{A2713D39-4348-AF5D-4A3B-C7BFF1AAC1B8}"/>
          </ac:grpSpMkLst>
        </pc:grpChg>
        <pc:grpChg chg="del mod">
          <ac:chgData name="Matthew Dodds" userId="80d5a6ea92063750" providerId="LiveId" clId="{614D3421-716A-4CB0-994B-C24DF82A0F6F}" dt="2025-12-11T22:31:27.477" v="5163" actId="478"/>
          <ac:grpSpMkLst>
            <pc:docMk/>
            <pc:sldMk cId="3760332738" sldId="291"/>
            <ac:grpSpMk id="105" creationId="{F83A45E7-9F16-C65D-44B8-A11567BF801E}"/>
          </ac:grpSpMkLst>
        </pc:grpChg>
        <pc:grpChg chg="add del mod">
          <ac:chgData name="Matthew Dodds" userId="80d5a6ea92063750" providerId="LiveId" clId="{614D3421-716A-4CB0-994B-C24DF82A0F6F}" dt="2025-12-11T22:56:51.874" v="5728" actId="1038"/>
          <ac:grpSpMkLst>
            <pc:docMk/>
            <pc:sldMk cId="3760332738" sldId="291"/>
            <ac:grpSpMk id="111" creationId="{54B31CE3-938B-7530-C868-1EE348FDCF7C}"/>
          </ac:grpSpMkLst>
        </pc:grpChg>
        <pc:grpChg chg="add del mod">
          <ac:chgData name="Matthew Dodds" userId="80d5a6ea92063750" providerId="LiveId" clId="{614D3421-716A-4CB0-994B-C24DF82A0F6F}" dt="2025-12-11T22:52:04.234" v="5690" actId="478"/>
          <ac:grpSpMkLst>
            <pc:docMk/>
            <pc:sldMk cId="3760332738" sldId="291"/>
            <ac:grpSpMk id="125" creationId="{3CB3E874-C985-C3EB-6026-6F7FD4F10289}"/>
          </ac:grpSpMkLst>
        </pc:grpChg>
        <pc:grpChg chg="del mod topLvl">
          <ac:chgData name="Matthew Dodds" userId="80d5a6ea92063750" providerId="LiveId" clId="{614D3421-716A-4CB0-994B-C24DF82A0F6F}" dt="2025-12-11T22:52:07.206" v="5691" actId="478"/>
          <ac:grpSpMkLst>
            <pc:docMk/>
            <pc:sldMk cId="3760332738" sldId="291"/>
            <ac:grpSpMk id="126" creationId="{C30FB643-34E9-6CBA-65CC-A56C911E1BB8}"/>
          </ac:grpSpMkLst>
        </pc:grpChg>
        <pc:grpChg chg="add mod">
          <ac:chgData name="Matthew Dodds" userId="80d5a6ea92063750" providerId="LiveId" clId="{614D3421-716A-4CB0-994B-C24DF82A0F6F}" dt="2025-12-11T22:53:58.804" v="5709" actId="1076"/>
          <ac:grpSpMkLst>
            <pc:docMk/>
            <pc:sldMk cId="3760332738" sldId="291"/>
            <ac:grpSpMk id="134" creationId="{7D996611-DF00-D3E4-3939-6B0B0B999EAA}"/>
          </ac:grpSpMkLst>
        </pc:grpChg>
        <pc:grpChg chg="add mod">
          <ac:chgData name="Matthew Dodds" userId="80d5a6ea92063750" providerId="LiveId" clId="{614D3421-716A-4CB0-994B-C24DF82A0F6F}" dt="2025-12-11T22:56:51.874" v="5728" actId="1038"/>
          <ac:grpSpMkLst>
            <pc:docMk/>
            <pc:sldMk cId="3760332738" sldId="291"/>
            <ac:grpSpMk id="135" creationId="{105F4521-7F12-2F51-29D1-DB5C26160459}"/>
          </ac:grpSpMkLst>
        </pc:grpChg>
        <pc:graphicFrameChg chg="add mod ord modGraphic">
          <ac:chgData name="Matthew Dodds" userId="80d5a6ea92063750" providerId="LiveId" clId="{614D3421-716A-4CB0-994B-C24DF82A0F6F}" dt="2025-12-11T22:36:21.955" v="5359" actId="1076"/>
          <ac:graphicFrameMkLst>
            <pc:docMk/>
            <pc:sldMk cId="3760332738" sldId="291"/>
            <ac:graphicFrameMk id="24" creationId="{2E8BF469-11E6-9DBA-916E-B1D9F10D6604}"/>
          </ac:graphicFrameMkLst>
        </pc:graphicFrameChg>
        <pc:graphicFrameChg chg="del mod modGraphic">
          <ac:chgData name="Matthew Dodds" userId="80d5a6ea92063750" providerId="LiveId" clId="{614D3421-716A-4CB0-994B-C24DF82A0F6F}" dt="2025-12-11T22:11:23.158" v="4834" actId="478"/>
          <ac:graphicFrameMkLst>
            <pc:docMk/>
            <pc:sldMk cId="3760332738" sldId="291"/>
            <ac:graphicFrameMk id="86" creationId="{C3C7A3B2-E20F-CC1D-0FFB-60961BAE4D1F}"/>
          </ac:graphicFrameMkLst>
        </pc:graphicFrameChg>
        <pc:cxnChg chg="mod">
          <ac:chgData name="Matthew Dodds" userId="80d5a6ea92063750" providerId="LiveId" clId="{614D3421-716A-4CB0-994B-C24DF82A0F6F}" dt="2025-12-11T22:38:06.138" v="5390" actId="14100"/>
          <ac:cxnSpMkLst>
            <pc:docMk/>
            <pc:sldMk cId="3760332738" sldId="291"/>
            <ac:cxnSpMk id="22" creationId="{695D3096-FA5B-4681-7499-AF30574B3AC3}"/>
          </ac:cxnSpMkLst>
        </pc:cxnChg>
        <pc:cxnChg chg="add mod">
          <ac:chgData name="Matthew Dodds" userId="80d5a6ea92063750" providerId="LiveId" clId="{614D3421-716A-4CB0-994B-C24DF82A0F6F}" dt="2025-12-11T22:21:07.209" v="4971" actId="14100"/>
          <ac:cxnSpMkLst>
            <pc:docMk/>
            <pc:sldMk cId="3760332738" sldId="291"/>
            <ac:cxnSpMk id="44" creationId="{6FF6C43A-2CC0-42AB-8602-D9BAFA036974}"/>
          </ac:cxnSpMkLst>
        </pc:cxnChg>
        <pc:cxnChg chg="add mod">
          <ac:chgData name="Matthew Dodds" userId="80d5a6ea92063750" providerId="LiveId" clId="{614D3421-716A-4CB0-994B-C24DF82A0F6F}" dt="2025-12-11T22:38:10.413" v="5391" actId="14100"/>
          <ac:cxnSpMkLst>
            <pc:docMk/>
            <pc:sldMk cId="3760332738" sldId="291"/>
            <ac:cxnSpMk id="56" creationId="{A1FE6735-9C32-409C-DAB3-B090DAB1BBD1}"/>
          </ac:cxnSpMkLst>
        </pc:cxnChg>
        <pc:cxnChg chg="add mod">
          <ac:chgData name="Matthew Dodds" userId="80d5a6ea92063750" providerId="LiveId" clId="{614D3421-716A-4CB0-994B-C24DF82A0F6F}" dt="2025-12-11T22:38:52.038" v="5397" actId="14100"/>
          <ac:cxnSpMkLst>
            <pc:docMk/>
            <pc:sldMk cId="3760332738" sldId="291"/>
            <ac:cxnSpMk id="116" creationId="{7A6E379F-B98D-AD0E-FDDD-065C6C5138AF}"/>
          </ac:cxnSpMkLst>
        </pc:cxnChg>
      </pc:sldChg>
      <pc:sldChg chg="addSp delSp modSp add mod">
        <pc:chgData name="Matthew Dodds" userId="80d5a6ea92063750" providerId="LiveId" clId="{614D3421-716A-4CB0-994B-C24DF82A0F6F}" dt="2025-12-11T23:04:19.677" v="5903" actId="1036"/>
        <pc:sldMkLst>
          <pc:docMk/>
          <pc:sldMk cId="908570863" sldId="292"/>
        </pc:sldMkLst>
        <pc:spChg chg="add mod">
          <ac:chgData name="Matthew Dodds" userId="80d5a6ea92063750" providerId="LiveId" clId="{614D3421-716A-4CB0-994B-C24DF82A0F6F}" dt="2025-12-11T23:04:19.677" v="5903" actId="1036"/>
          <ac:spMkLst>
            <pc:docMk/>
            <pc:sldMk cId="908570863" sldId="292"/>
            <ac:spMk id="43" creationId="{20AEAFFD-6534-059C-8193-66A9E1732AA2}"/>
          </ac:spMkLst>
        </pc:spChg>
        <pc:spChg chg="mod ord">
          <ac:chgData name="Matthew Dodds" userId="80d5a6ea92063750" providerId="LiveId" clId="{614D3421-716A-4CB0-994B-C24DF82A0F6F}" dt="2025-12-11T23:03:12.839" v="5885" actId="167"/>
          <ac:spMkLst>
            <pc:docMk/>
            <pc:sldMk cId="908570863" sldId="292"/>
            <ac:spMk id="46" creationId="{7D2B45B6-CE35-DC52-3D11-ED967A21693B}"/>
          </ac:spMkLst>
        </pc:spChg>
        <pc:spChg chg="mod">
          <ac:chgData name="Matthew Dodds" userId="80d5a6ea92063750" providerId="LiveId" clId="{614D3421-716A-4CB0-994B-C24DF82A0F6F}" dt="2025-12-11T23:02:47.692" v="5882" actId="207"/>
          <ac:spMkLst>
            <pc:docMk/>
            <pc:sldMk cId="908570863" sldId="292"/>
            <ac:spMk id="47" creationId="{8412DCA4-FC74-0ACE-1B9A-42E3D645F1E7}"/>
          </ac:spMkLst>
        </pc:spChg>
        <pc:spChg chg="mod">
          <ac:chgData name="Matthew Dodds" userId="80d5a6ea92063750" providerId="LiveId" clId="{614D3421-716A-4CB0-994B-C24DF82A0F6F}" dt="2025-12-11T23:04:19.677" v="5903" actId="1036"/>
          <ac:spMkLst>
            <pc:docMk/>
            <pc:sldMk cId="908570863" sldId="292"/>
            <ac:spMk id="49" creationId="{7B2CE7A6-ACF0-134F-27CF-4FBB3EDF45D1}"/>
          </ac:spMkLst>
        </pc:spChg>
        <pc:spChg chg="mod">
          <ac:chgData name="Matthew Dodds" userId="80d5a6ea92063750" providerId="LiveId" clId="{614D3421-716A-4CB0-994B-C24DF82A0F6F}" dt="2025-12-11T23:04:19.677" v="5903" actId="1036"/>
          <ac:spMkLst>
            <pc:docMk/>
            <pc:sldMk cId="908570863" sldId="292"/>
            <ac:spMk id="50" creationId="{0E9BC88C-FFEC-9A07-8EA7-F66DF13D7F8C}"/>
          </ac:spMkLst>
        </pc:spChg>
        <pc:spChg chg="add mod">
          <ac:chgData name="Matthew Dodds" userId="80d5a6ea92063750" providerId="LiveId" clId="{614D3421-716A-4CB0-994B-C24DF82A0F6F}" dt="2025-12-11T23:04:19.677" v="5903" actId="1036"/>
          <ac:spMkLst>
            <pc:docMk/>
            <pc:sldMk cId="908570863" sldId="292"/>
            <ac:spMk id="51" creationId="{A9053A7A-8848-070D-46C2-37DB5A175098}"/>
          </ac:spMkLst>
        </pc:spChg>
        <pc:spChg chg="mod">
          <ac:chgData name="Matthew Dodds" userId="80d5a6ea92063750" providerId="LiveId" clId="{614D3421-716A-4CB0-994B-C24DF82A0F6F}" dt="2025-12-11T23:04:19.677" v="5903" actId="1036"/>
          <ac:spMkLst>
            <pc:docMk/>
            <pc:sldMk cId="908570863" sldId="292"/>
            <ac:spMk id="52" creationId="{85BB7D9B-E429-90A3-0B59-C898791F65FA}"/>
          </ac:spMkLst>
        </pc:spChg>
        <pc:spChg chg="mod">
          <ac:chgData name="Matthew Dodds" userId="80d5a6ea92063750" providerId="LiveId" clId="{614D3421-716A-4CB0-994B-C24DF82A0F6F}" dt="2025-12-11T23:04:01.307" v="5895"/>
          <ac:spMkLst>
            <pc:docMk/>
            <pc:sldMk cId="908570863" sldId="292"/>
            <ac:spMk id="59" creationId="{F6515583-E4FD-D6F5-4B4E-6668129E5797}"/>
          </ac:spMkLst>
        </pc:spChg>
        <pc:spChg chg="mod">
          <ac:chgData name="Matthew Dodds" userId="80d5a6ea92063750" providerId="LiveId" clId="{614D3421-716A-4CB0-994B-C24DF82A0F6F}" dt="2025-12-11T23:04:01.307" v="5895"/>
          <ac:spMkLst>
            <pc:docMk/>
            <pc:sldMk cId="908570863" sldId="292"/>
            <ac:spMk id="81" creationId="{04412A39-D353-BED3-78D4-2230F6431533}"/>
          </ac:spMkLst>
        </pc:spChg>
        <pc:spChg chg="mod">
          <ac:chgData name="Matthew Dodds" userId="80d5a6ea92063750" providerId="LiveId" clId="{614D3421-716A-4CB0-994B-C24DF82A0F6F}" dt="2025-12-11T23:04:01.307" v="5895"/>
          <ac:spMkLst>
            <pc:docMk/>
            <pc:sldMk cId="908570863" sldId="292"/>
            <ac:spMk id="84" creationId="{110648BA-626A-358A-5E6A-8B0A234B6705}"/>
          </ac:spMkLst>
        </pc:spChg>
        <pc:spChg chg="mod">
          <ac:chgData name="Matthew Dodds" userId="80d5a6ea92063750" providerId="LiveId" clId="{614D3421-716A-4CB0-994B-C24DF82A0F6F}" dt="2025-12-11T23:04:01.307" v="5895"/>
          <ac:spMkLst>
            <pc:docMk/>
            <pc:sldMk cId="908570863" sldId="292"/>
            <ac:spMk id="89" creationId="{040B57B0-7BAF-7E3E-EE20-1FF305D9A39E}"/>
          </ac:spMkLst>
        </pc:spChg>
        <pc:spChg chg="mod">
          <ac:chgData name="Matthew Dodds" userId="80d5a6ea92063750" providerId="LiveId" clId="{614D3421-716A-4CB0-994B-C24DF82A0F6F}" dt="2025-12-11T23:04:01.307" v="5895"/>
          <ac:spMkLst>
            <pc:docMk/>
            <pc:sldMk cId="908570863" sldId="292"/>
            <ac:spMk id="90" creationId="{588054E7-D02F-09BB-61F5-26D3E32B000B}"/>
          </ac:spMkLst>
        </pc:spChg>
        <pc:spChg chg="del mod">
          <ac:chgData name="Matthew Dodds" userId="80d5a6ea92063750" providerId="LiveId" clId="{614D3421-716A-4CB0-994B-C24DF82A0F6F}" dt="2025-12-11T23:03:49.591" v="5889" actId="478"/>
          <ac:spMkLst>
            <pc:docMk/>
            <pc:sldMk cId="908570863" sldId="292"/>
            <ac:spMk id="91" creationId="{FF06AEB7-568F-2C1B-C8BA-98AA3317F518}"/>
          </ac:spMkLst>
        </pc:spChg>
        <pc:spChg chg="mod">
          <ac:chgData name="Matthew Dodds" userId="80d5a6ea92063750" providerId="LiveId" clId="{614D3421-716A-4CB0-994B-C24DF82A0F6F}" dt="2025-12-11T23:04:01.307" v="5895"/>
          <ac:spMkLst>
            <pc:docMk/>
            <pc:sldMk cId="908570863" sldId="292"/>
            <ac:spMk id="92" creationId="{5E347D1B-4676-CA79-8E9B-F852FDA44DF0}"/>
          </ac:spMkLst>
        </pc:spChg>
        <pc:spChg chg="mod">
          <ac:chgData name="Matthew Dodds" userId="80d5a6ea92063750" providerId="LiveId" clId="{614D3421-716A-4CB0-994B-C24DF82A0F6F}" dt="2025-12-11T23:04:01.307" v="5895"/>
          <ac:spMkLst>
            <pc:docMk/>
            <pc:sldMk cId="908570863" sldId="292"/>
            <ac:spMk id="93" creationId="{060117A7-0B0B-FC2E-F4D7-D3018151F1A4}"/>
          </ac:spMkLst>
        </pc:spChg>
        <pc:spChg chg="mod">
          <ac:chgData name="Matthew Dodds" userId="80d5a6ea92063750" providerId="LiveId" clId="{614D3421-716A-4CB0-994B-C24DF82A0F6F}" dt="2025-12-11T23:04:01.307" v="5895"/>
          <ac:spMkLst>
            <pc:docMk/>
            <pc:sldMk cId="908570863" sldId="292"/>
            <ac:spMk id="94" creationId="{07434972-3ADD-6F56-926C-076B379ABB48}"/>
          </ac:spMkLst>
        </pc:spChg>
        <pc:spChg chg="del">
          <ac:chgData name="Matthew Dodds" userId="80d5a6ea92063750" providerId="LiveId" clId="{614D3421-716A-4CB0-994B-C24DF82A0F6F}" dt="2025-12-11T23:03:49.591" v="5889" actId="478"/>
          <ac:spMkLst>
            <pc:docMk/>
            <pc:sldMk cId="908570863" sldId="292"/>
            <ac:spMk id="212" creationId="{2A4CD250-0274-9AEC-17BA-F2100EFB0F16}"/>
          </ac:spMkLst>
        </pc:spChg>
        <pc:spChg chg="del">
          <ac:chgData name="Matthew Dodds" userId="80d5a6ea92063750" providerId="LiveId" clId="{614D3421-716A-4CB0-994B-C24DF82A0F6F}" dt="2025-12-11T23:03:49.591" v="5889" actId="478"/>
          <ac:spMkLst>
            <pc:docMk/>
            <pc:sldMk cId="908570863" sldId="292"/>
            <ac:spMk id="213" creationId="{3ACA08AC-2B86-B24A-D06D-BCE2BBEDBA4E}"/>
          </ac:spMkLst>
        </pc:spChg>
        <pc:grpChg chg="del">
          <ac:chgData name="Matthew Dodds" userId="80d5a6ea92063750" providerId="LiveId" clId="{614D3421-716A-4CB0-994B-C24DF82A0F6F}" dt="2025-12-11T23:03:55.634" v="5891" actId="478"/>
          <ac:grpSpMkLst>
            <pc:docMk/>
            <pc:sldMk cId="908570863" sldId="292"/>
            <ac:grpSpMk id="15" creationId="{2854FB08-290C-64D6-7B49-997089196246}"/>
          </ac:grpSpMkLst>
        </pc:grpChg>
        <pc:grpChg chg="del">
          <ac:chgData name="Matthew Dodds" userId="80d5a6ea92063750" providerId="LiveId" clId="{614D3421-716A-4CB0-994B-C24DF82A0F6F}" dt="2025-12-11T23:04:00.384" v="5894" actId="478"/>
          <ac:grpSpMkLst>
            <pc:docMk/>
            <pc:sldMk cId="908570863" sldId="292"/>
            <ac:grpSpMk id="16" creationId="{05354CB9-310F-9CC2-B1A7-55A31248AC72}"/>
          </ac:grpSpMkLst>
        </pc:grpChg>
        <pc:grpChg chg="del">
          <ac:chgData name="Matthew Dodds" userId="80d5a6ea92063750" providerId="LiveId" clId="{614D3421-716A-4CB0-994B-C24DF82A0F6F}" dt="2025-12-11T23:03:57.230" v="5892" actId="478"/>
          <ac:grpSpMkLst>
            <pc:docMk/>
            <pc:sldMk cId="908570863" sldId="292"/>
            <ac:grpSpMk id="20" creationId="{0B7774BB-6821-2EDC-31AF-F57268213E9E}"/>
          </ac:grpSpMkLst>
        </pc:grpChg>
        <pc:grpChg chg="del">
          <ac:chgData name="Matthew Dodds" userId="80d5a6ea92063750" providerId="LiveId" clId="{614D3421-716A-4CB0-994B-C24DF82A0F6F}" dt="2025-12-11T23:03:58.680" v="5893" actId="478"/>
          <ac:grpSpMkLst>
            <pc:docMk/>
            <pc:sldMk cId="908570863" sldId="292"/>
            <ac:grpSpMk id="31" creationId="{79B9B5F2-024E-3820-2086-1CDC81252376}"/>
          </ac:grpSpMkLst>
        </pc:grpChg>
        <pc:grpChg chg="mod">
          <ac:chgData name="Matthew Dodds" userId="80d5a6ea92063750" providerId="LiveId" clId="{614D3421-716A-4CB0-994B-C24DF82A0F6F}" dt="2025-12-11T23:04:19.677" v="5903" actId="1036"/>
          <ac:grpSpMkLst>
            <pc:docMk/>
            <pc:sldMk cId="908570863" sldId="292"/>
            <ac:grpSpMk id="56" creationId="{CB292E7D-14B9-2EFD-03AF-665EEC42AE64}"/>
          </ac:grpSpMkLst>
        </pc:grpChg>
        <pc:grpChg chg="mod">
          <ac:chgData name="Matthew Dodds" userId="80d5a6ea92063750" providerId="LiveId" clId="{614D3421-716A-4CB0-994B-C24DF82A0F6F}" dt="2025-12-11T23:04:19.677" v="5903" actId="1036"/>
          <ac:grpSpMkLst>
            <pc:docMk/>
            <pc:sldMk cId="908570863" sldId="292"/>
            <ac:grpSpMk id="83" creationId="{7626E489-E121-F5C9-ACE7-74877B9CC66D}"/>
          </ac:grpSpMkLst>
        </pc:grpChg>
        <pc:grpChg chg="mod">
          <ac:chgData name="Matthew Dodds" userId="80d5a6ea92063750" providerId="LiveId" clId="{614D3421-716A-4CB0-994B-C24DF82A0F6F}" dt="2025-12-11T23:04:19.677" v="5903" actId="1036"/>
          <ac:grpSpMkLst>
            <pc:docMk/>
            <pc:sldMk cId="908570863" sldId="292"/>
            <ac:grpSpMk id="88" creationId="{BB9D223F-B2C2-0208-8733-D46FAB822188}"/>
          </ac:grpSpMkLst>
        </pc:grpChg>
        <pc:grpChg chg="del">
          <ac:chgData name="Matthew Dodds" userId="80d5a6ea92063750" providerId="LiveId" clId="{614D3421-716A-4CB0-994B-C24DF82A0F6F}" dt="2025-12-11T23:03:53.291" v="5890" actId="478"/>
          <ac:grpSpMkLst>
            <pc:docMk/>
            <pc:sldMk cId="908570863" sldId="292"/>
            <ac:grpSpMk id="107" creationId="{F89A2C57-4030-5AC8-E682-3D07C3A9A135}"/>
          </ac:grpSpMkLst>
        </pc:grpChg>
        <pc:grpChg chg="del">
          <ac:chgData name="Matthew Dodds" userId="80d5a6ea92063750" providerId="LiveId" clId="{614D3421-716A-4CB0-994B-C24DF82A0F6F}" dt="2025-12-11T23:03:49.591" v="5889" actId="478"/>
          <ac:grpSpMkLst>
            <pc:docMk/>
            <pc:sldMk cId="908570863" sldId="292"/>
            <ac:grpSpMk id="152" creationId="{7AA21DA9-4A8E-95B4-830D-3F1FE9D57107}"/>
          </ac:grpSpMkLst>
        </pc:grpChg>
        <pc:grpChg chg="del">
          <ac:chgData name="Matthew Dodds" userId="80d5a6ea92063750" providerId="LiveId" clId="{614D3421-716A-4CB0-994B-C24DF82A0F6F}" dt="2025-12-11T23:03:49.591" v="5889" actId="478"/>
          <ac:grpSpMkLst>
            <pc:docMk/>
            <pc:sldMk cId="908570863" sldId="292"/>
            <ac:grpSpMk id="159" creationId="{4CBA39EF-9D1B-19EF-8EA5-9DA2AE2E036E}"/>
          </ac:grpSpMkLst>
        </pc:grpChg>
        <pc:grpChg chg="del">
          <ac:chgData name="Matthew Dodds" userId="80d5a6ea92063750" providerId="LiveId" clId="{614D3421-716A-4CB0-994B-C24DF82A0F6F}" dt="2025-12-11T23:03:49.591" v="5889" actId="478"/>
          <ac:grpSpMkLst>
            <pc:docMk/>
            <pc:sldMk cId="908570863" sldId="292"/>
            <ac:grpSpMk id="182" creationId="{7B037FEA-D643-998C-FCD5-320272E6C68D}"/>
          </ac:grpSpMkLst>
        </pc:grpChg>
        <pc:grpChg chg="del">
          <ac:chgData name="Matthew Dodds" userId="80d5a6ea92063750" providerId="LiveId" clId="{614D3421-716A-4CB0-994B-C24DF82A0F6F}" dt="2025-12-11T23:03:49.591" v="5889" actId="478"/>
          <ac:grpSpMkLst>
            <pc:docMk/>
            <pc:sldMk cId="908570863" sldId="292"/>
            <ac:grpSpMk id="183" creationId="{5C314E3C-7534-E6C8-E31D-8ABB1457519C}"/>
          </ac:grpSpMkLst>
        </pc:grpChg>
        <pc:grpChg chg="del">
          <ac:chgData name="Matthew Dodds" userId="80d5a6ea92063750" providerId="LiveId" clId="{614D3421-716A-4CB0-994B-C24DF82A0F6F}" dt="2025-12-11T23:03:49.591" v="5889" actId="478"/>
          <ac:grpSpMkLst>
            <pc:docMk/>
            <pc:sldMk cId="908570863" sldId="292"/>
            <ac:grpSpMk id="197" creationId="{B4216501-4E9A-5028-2C27-BA07F79F6CB0}"/>
          </ac:grpSpMkLst>
        </pc:grpChg>
        <pc:grpChg chg="del">
          <ac:chgData name="Matthew Dodds" userId="80d5a6ea92063750" providerId="LiveId" clId="{614D3421-716A-4CB0-994B-C24DF82A0F6F}" dt="2025-12-11T23:03:49.591" v="5889" actId="478"/>
          <ac:grpSpMkLst>
            <pc:docMk/>
            <pc:sldMk cId="908570863" sldId="292"/>
            <ac:grpSpMk id="206" creationId="{8FA93D5E-FCCB-7671-E5AA-AFE9C9A906EA}"/>
          </ac:grpSpMkLst>
        </pc:grpChg>
        <pc:cxnChg chg="mod">
          <ac:chgData name="Matthew Dodds" userId="80d5a6ea92063750" providerId="LiveId" clId="{614D3421-716A-4CB0-994B-C24DF82A0F6F}" dt="2025-12-11T23:03:24.646" v="5887" actId="14100"/>
          <ac:cxnSpMkLst>
            <pc:docMk/>
            <pc:sldMk cId="908570863" sldId="292"/>
            <ac:cxnSpMk id="48" creationId="{6ECF0F70-3D17-7D6A-2C51-6D2805754698}"/>
          </ac:cxnSpMkLst>
        </pc:cxnChg>
        <pc:cxnChg chg="mod">
          <ac:chgData name="Matthew Dodds" userId="80d5a6ea92063750" providerId="LiveId" clId="{614D3421-716A-4CB0-994B-C24DF82A0F6F}" dt="2025-12-11T23:04:19.677" v="5903" actId="1036"/>
          <ac:cxnSpMkLst>
            <pc:docMk/>
            <pc:sldMk cId="908570863" sldId="292"/>
            <ac:cxnSpMk id="53" creationId="{ECAE1538-B211-3915-4885-FB39CC8BD4E6}"/>
          </ac:cxnSpMkLst>
        </pc:cxnChg>
        <pc:cxnChg chg="mod">
          <ac:chgData name="Matthew Dodds" userId="80d5a6ea92063750" providerId="LiveId" clId="{614D3421-716A-4CB0-994B-C24DF82A0F6F}" dt="2025-12-11T23:04:19.677" v="5903" actId="1036"/>
          <ac:cxnSpMkLst>
            <pc:docMk/>
            <pc:sldMk cId="908570863" sldId="292"/>
            <ac:cxnSpMk id="54" creationId="{CCDF7270-87E9-AA81-7E35-49E413CF9352}"/>
          </ac:cxnSpMkLst>
        </pc:cxnChg>
      </pc:sldChg>
      <pc:sldChg chg="new del">
        <pc:chgData name="Matthew Dodds" userId="80d5a6ea92063750" providerId="LiveId" clId="{614D3421-716A-4CB0-994B-C24DF82A0F6F}" dt="2025-12-11T21:25:29.430" v="4584" actId="47"/>
        <pc:sldMkLst>
          <pc:docMk/>
          <pc:sldMk cId="1581937503" sldId="292"/>
        </pc:sldMkLst>
      </pc:sldChg>
      <pc:sldChg chg="add del">
        <pc:chgData name="Matthew Dodds" userId="80d5a6ea92063750" providerId="LiveId" clId="{614D3421-716A-4CB0-994B-C24DF82A0F6F}" dt="2025-12-11T21:24:31.589" v="4578" actId="47"/>
        <pc:sldMkLst>
          <pc:docMk/>
          <pc:sldMk cId="2186774384" sldId="2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65F73-B955-40D2-92DF-82FFF6800FF1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062B1B-8ACF-4076-9214-A8D53603C1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24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062B1B-8ACF-4076-9214-A8D53603C1E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59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17D86-966F-0BC9-894B-4CDFDEADA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FEB492-F73F-EDE7-9384-9D4BB0A51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773821-1091-B4DA-5517-5820BFA50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29F47-4667-C339-D23A-A5651F02C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062B1B-8ACF-4076-9214-A8D53603C1E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418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F4DE6-A257-C8AC-F7B7-FF0E64F5D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820DE-DE88-87FA-C5F6-64107318C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48696E-7F0E-6E5E-4209-B3547C0C2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E3FD1-ABE0-4C0B-7C16-7E1889A3B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062B1B-8ACF-4076-9214-A8D53603C1E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688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D727B-08AB-1506-7760-86AD47913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272B9-5BFC-6AE0-A87F-582E26162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2B5B2-38AD-BC36-DAA8-52AE48755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17DD4-7D80-970D-F043-AD56952B2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062B1B-8ACF-4076-9214-A8D53603C1E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264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FD198-263E-A409-23D5-F161D992C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24B07-524B-69B7-2987-B0C8627D7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4CA630-46D0-8B51-A3A8-3B96E026A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4CC28-33DA-5CF6-0660-5EEC29742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062B1B-8ACF-4076-9214-A8D53603C1E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643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26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80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90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71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459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711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426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730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39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784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187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110D0D"/>
            </a:gs>
            <a:gs pos="14000">
              <a:srgbClr val="2D2626"/>
            </a:gs>
            <a:gs pos="0">
              <a:schemeClr val="bg2">
                <a:lumMod val="25000"/>
              </a:schemeClr>
            </a:gs>
          </a:gsLst>
          <a:path path="rect">
            <a:fillToRect l="100000" t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44EAE-78C4-45F3-83C5-DF449BFC3B16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87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11AF3-ECE7-F0F4-FE56-2686FA03B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F206F0-5F02-2C6F-DDF9-128422AF103E}"/>
              </a:ext>
            </a:extLst>
          </p:cNvPr>
          <p:cNvSpPr txBox="1"/>
          <p:nvPr/>
        </p:nvSpPr>
        <p:spPr>
          <a:xfrm>
            <a:off x="1776213" y="705060"/>
            <a:ext cx="8639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3552B-A6D9-3B0F-F627-807919FEF43F}"/>
              </a:ext>
            </a:extLst>
          </p:cNvPr>
          <p:cNvSpPr txBox="1"/>
          <p:nvPr/>
        </p:nvSpPr>
        <p:spPr>
          <a:xfrm>
            <a:off x="4484213" y="4435370"/>
            <a:ext cx="3223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LOGIN</a:t>
            </a:r>
            <a:r>
              <a:rPr lang="en-GB" sz="12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129432B-73DE-8B7B-BA7C-85989DFE63E4}"/>
              </a:ext>
            </a:extLst>
          </p:cNvPr>
          <p:cNvCxnSpPr>
            <a:cxnSpLocks/>
          </p:cNvCxnSpPr>
          <p:nvPr/>
        </p:nvCxnSpPr>
        <p:spPr>
          <a:xfrm>
            <a:off x="0" y="127872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8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46F7237-F824-2944-CD6B-9B742A875645}"/>
              </a:ext>
            </a:extLst>
          </p:cNvPr>
          <p:cNvSpPr txBox="1"/>
          <p:nvPr/>
        </p:nvSpPr>
        <p:spPr>
          <a:xfrm>
            <a:off x="5659499" y="5378107"/>
            <a:ext cx="873005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USERNAME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70101D-392D-7DA2-3818-3023B24AE1F2}"/>
              </a:ext>
            </a:extLst>
          </p:cNvPr>
          <p:cNvSpPr txBox="1"/>
          <p:nvPr/>
        </p:nvSpPr>
        <p:spPr>
          <a:xfrm>
            <a:off x="5659497" y="6154238"/>
            <a:ext cx="873005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PASSWORD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08DDFB-872F-24E4-4CF1-43B71F7D6004}"/>
              </a:ext>
            </a:extLst>
          </p:cNvPr>
          <p:cNvSpPr txBox="1"/>
          <p:nvPr/>
        </p:nvSpPr>
        <p:spPr>
          <a:xfrm>
            <a:off x="5466482" y="6312796"/>
            <a:ext cx="1302375" cy="1692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5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Forgot Password? </a:t>
            </a:r>
            <a:endParaRPr lang="en-GB" sz="800" spc="150" dirty="0">
              <a:solidFill>
                <a:schemeClr val="bg1">
                  <a:lumMod val="95000"/>
                </a:schemeClr>
              </a:solidFill>
              <a:effectLst/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6B9698-5081-8C69-BD5F-F6E1EB0A2DD3}"/>
              </a:ext>
            </a:extLst>
          </p:cNvPr>
          <p:cNvSpPr txBox="1"/>
          <p:nvPr/>
        </p:nvSpPr>
        <p:spPr>
          <a:xfrm>
            <a:off x="5694644" y="5559926"/>
            <a:ext cx="802717" cy="16927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5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Remember Me </a:t>
            </a:r>
            <a:endParaRPr lang="en-GB" sz="800" spc="150" dirty="0">
              <a:solidFill>
                <a:schemeClr val="bg1">
                  <a:lumMod val="95000"/>
                </a:schemeClr>
              </a:solidFill>
              <a:effectLst/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DC6602-A70B-B871-F8A1-987CADDD80B8}"/>
              </a:ext>
            </a:extLst>
          </p:cNvPr>
          <p:cNvGrpSpPr/>
          <p:nvPr/>
        </p:nvGrpSpPr>
        <p:grpSpPr>
          <a:xfrm>
            <a:off x="5327919" y="2690358"/>
            <a:ext cx="1536159" cy="1477283"/>
            <a:chOff x="3923641" y="1771650"/>
            <a:chExt cx="3072140" cy="312090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6D1BAC-3B13-9ABC-851C-15BAFD141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23641" y="1771650"/>
              <a:ext cx="3072140" cy="3120904"/>
            </a:xfrm>
            <a:prstGeom prst="ellipse">
              <a:avLst/>
            </a:prstGeom>
          </p:spPr>
        </p:pic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5645E46-C797-BA30-17BB-C64C5CA0D18D}"/>
                </a:ext>
              </a:extLst>
            </p:cNvPr>
            <p:cNvSpPr/>
            <p:nvPr/>
          </p:nvSpPr>
          <p:spPr>
            <a:xfrm>
              <a:off x="3923641" y="1790699"/>
              <a:ext cx="3072140" cy="3092329"/>
            </a:xfrm>
            <a:prstGeom prst="ellipse">
              <a:avLst/>
            </a:prstGeom>
            <a:noFill/>
            <a:ln w="5397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bg2">
                      <a:lumMod val="10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CACA712-6FE9-7287-449B-0E4E78020D62}"/>
              </a:ext>
            </a:extLst>
          </p:cNvPr>
          <p:cNvCxnSpPr>
            <a:cxnSpLocks/>
          </p:cNvCxnSpPr>
          <p:nvPr/>
        </p:nvCxnSpPr>
        <p:spPr>
          <a:xfrm>
            <a:off x="4519444" y="5332778"/>
            <a:ext cx="3153113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0000">
                  <a:schemeClr val="bg2">
                    <a:lumMod val="2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3B35D5D-20C1-689F-C14A-88B4C63A75E7}"/>
              </a:ext>
            </a:extLst>
          </p:cNvPr>
          <p:cNvCxnSpPr>
            <a:cxnSpLocks/>
          </p:cNvCxnSpPr>
          <p:nvPr/>
        </p:nvCxnSpPr>
        <p:spPr>
          <a:xfrm>
            <a:off x="4484213" y="6149367"/>
            <a:ext cx="3153113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0000">
                  <a:schemeClr val="bg2">
                    <a:lumMod val="2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028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72515-6162-3FF9-537A-7B8D4D1AE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A52AD8C-936B-268E-CF01-D59F53074710}"/>
              </a:ext>
            </a:extLst>
          </p:cNvPr>
          <p:cNvSpPr txBox="1"/>
          <p:nvPr/>
        </p:nvSpPr>
        <p:spPr>
          <a:xfrm>
            <a:off x="10312891" y="28115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00F588-4AFA-6C93-2BA1-7966A47F8F78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ACCA35-F1AC-B368-30BB-47468CB2AC61}"/>
              </a:ext>
            </a:extLst>
          </p:cNvPr>
          <p:cNvCxnSpPr>
            <a:cxnSpLocks/>
          </p:cNvCxnSpPr>
          <p:nvPr/>
        </p:nvCxnSpPr>
        <p:spPr>
          <a:xfrm>
            <a:off x="0" y="653296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28113C23-7941-8738-9C28-8AD93494A2A9}"/>
              </a:ext>
            </a:extLst>
          </p:cNvPr>
          <p:cNvGrpSpPr/>
          <p:nvPr/>
        </p:nvGrpSpPr>
        <p:grpSpPr>
          <a:xfrm>
            <a:off x="124618" y="6571284"/>
            <a:ext cx="7567772" cy="215444"/>
            <a:chOff x="124618" y="6591919"/>
            <a:chExt cx="7567772" cy="21544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FD812B9-D0DB-42ED-58DD-46215DDC0DE8}"/>
                </a:ext>
              </a:extLst>
            </p:cNvPr>
            <p:cNvSpPr txBox="1"/>
            <p:nvPr/>
          </p:nvSpPr>
          <p:spPr>
            <a:xfrm>
              <a:off x="124618" y="6591919"/>
              <a:ext cx="7567772" cy="21544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OWNER: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MATTHEW DODDS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START DATE: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24/11/25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STATUS: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DEVELOPMENT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PROGRESS: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15</a:t>
              </a:r>
              <a:r>
                <a:rPr lang="en-GB" sz="500" spc="3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%		 </a:t>
              </a:r>
              <a:r>
                <a:rPr lang="en-GB" sz="800" spc="3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12/12/25 19:15:43</a:t>
              </a:r>
              <a:endPara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C3668CD-0BAA-F7E1-86E8-E79C82B28D3D}"/>
                </a:ext>
              </a:extLst>
            </p:cNvPr>
            <p:cNvGrpSpPr/>
            <p:nvPr/>
          </p:nvGrpSpPr>
          <p:grpSpPr>
            <a:xfrm>
              <a:off x="4385911" y="6704843"/>
              <a:ext cx="602024" cy="2379"/>
              <a:chOff x="5931409" y="6704843"/>
              <a:chExt cx="602024" cy="2379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1380FDF0-555B-B8D4-3905-C62FF9D451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1409" y="6707222"/>
                <a:ext cx="602024" cy="0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0A97979-A908-7E1D-6EB4-76C2D87654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0767" y="6704843"/>
                <a:ext cx="255069" cy="0"/>
              </a:xfrm>
              <a:prstGeom prst="line">
                <a:avLst/>
              </a:prstGeom>
              <a:ln w="6350">
                <a:solidFill>
                  <a:schemeClr val="accent2">
                    <a:lumMod val="75000"/>
                  </a:schemeClr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2E340E4-7448-3689-75FC-CA3815E34F31}"/>
              </a:ext>
            </a:extLst>
          </p:cNvPr>
          <p:cNvGrpSpPr/>
          <p:nvPr/>
        </p:nvGrpSpPr>
        <p:grpSpPr>
          <a:xfrm>
            <a:off x="11356731" y="6262511"/>
            <a:ext cx="662697" cy="205404"/>
            <a:chOff x="4451258" y="4630747"/>
            <a:chExt cx="662697" cy="274083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2F5DA251-C80A-C5B9-3CB0-39B3B8DBA7CC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3AC1B75-E493-71B4-4F92-42BEB1C537E6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FFB83BD-11EB-670D-E5F4-06358B095E8C}"/>
              </a:ext>
            </a:extLst>
          </p:cNvPr>
          <p:cNvGrpSpPr/>
          <p:nvPr/>
        </p:nvGrpSpPr>
        <p:grpSpPr>
          <a:xfrm>
            <a:off x="9822459" y="6262506"/>
            <a:ext cx="706140" cy="204727"/>
            <a:chOff x="4451258" y="4631650"/>
            <a:chExt cx="706140" cy="273180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25EA9FB5-C55B-F067-968B-B955EAE1CE8B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0BDBFA1-6FD7-73AA-FFDA-93AE97B32922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9813B22-165A-27D6-F677-87A6CA190D83}"/>
              </a:ext>
            </a:extLst>
          </p:cNvPr>
          <p:cNvGrpSpPr/>
          <p:nvPr/>
        </p:nvGrpSpPr>
        <p:grpSpPr>
          <a:xfrm>
            <a:off x="10594937" y="6262506"/>
            <a:ext cx="691564" cy="204727"/>
            <a:chOff x="4451258" y="4631650"/>
            <a:chExt cx="691564" cy="273180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F71A35E1-B364-2BC0-4FEF-48E5B8B60D85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C8A44D7-B276-3950-A19B-BF73DFEDDE56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B71F660-3A22-FCF4-FF28-FF8FC9584EEC}"/>
              </a:ext>
            </a:extLst>
          </p:cNvPr>
          <p:cNvGrpSpPr/>
          <p:nvPr/>
        </p:nvGrpSpPr>
        <p:grpSpPr>
          <a:xfrm>
            <a:off x="76100" y="6071647"/>
            <a:ext cx="701147" cy="401282"/>
            <a:chOff x="267137" y="5961402"/>
            <a:chExt cx="701147" cy="401282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AB564BF8-196E-090E-573E-CC7E9F734F39}"/>
                </a:ext>
              </a:extLst>
            </p:cNvPr>
            <p:cNvSpPr/>
            <p:nvPr/>
          </p:nvSpPr>
          <p:spPr>
            <a:xfrm>
              <a:off x="362449" y="5961402"/>
              <a:ext cx="483011" cy="401282"/>
            </a:xfrm>
            <a:prstGeom prst="ellipse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A41E93B-4492-BA4A-4096-E2BC87D19FCE}"/>
                </a:ext>
              </a:extLst>
            </p:cNvPr>
            <p:cNvSpPr txBox="1"/>
            <p:nvPr/>
          </p:nvSpPr>
          <p:spPr>
            <a:xfrm>
              <a:off x="267137" y="6080077"/>
              <a:ext cx="701147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" spc="200" dirty="0">
                  <a:solidFill>
                    <a:schemeClr val="bg1">
                      <a:lumMod val="6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ANALYTICS</a:t>
              </a:r>
              <a:endParaRPr lang="en-GB" sz="8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3641B932-B608-4132-315C-E1051A3A3B5C}"/>
              </a:ext>
            </a:extLst>
          </p:cNvPr>
          <p:cNvSpPr/>
          <p:nvPr/>
        </p:nvSpPr>
        <p:spPr>
          <a:xfrm>
            <a:off x="3450907" y="5979830"/>
            <a:ext cx="5261320" cy="488231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33B319F-A085-4C00-8965-756DD5C30B8D}"/>
              </a:ext>
            </a:extLst>
          </p:cNvPr>
          <p:cNvSpPr txBox="1"/>
          <p:nvPr/>
        </p:nvSpPr>
        <p:spPr>
          <a:xfrm>
            <a:off x="4762826" y="564127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6A65DE-2125-7E2A-3A37-C80B57D38D4A}"/>
              </a:ext>
            </a:extLst>
          </p:cNvPr>
          <p:cNvSpPr txBox="1"/>
          <p:nvPr/>
        </p:nvSpPr>
        <p:spPr>
          <a:xfrm>
            <a:off x="2425753" y="324317"/>
            <a:ext cx="7161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6EE514D-538A-130F-8158-786F3D44DCF3}"/>
              </a:ext>
            </a:extLst>
          </p:cNvPr>
          <p:cNvCxnSpPr>
            <a:cxnSpLocks/>
          </p:cNvCxnSpPr>
          <p:nvPr/>
        </p:nvCxnSpPr>
        <p:spPr>
          <a:xfrm>
            <a:off x="0" y="92939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74AA4DD-CF51-9128-2322-BF438183648A}"/>
              </a:ext>
            </a:extLst>
          </p:cNvPr>
          <p:cNvGrpSpPr/>
          <p:nvPr/>
        </p:nvGrpSpPr>
        <p:grpSpPr>
          <a:xfrm>
            <a:off x="3788036" y="1419470"/>
            <a:ext cx="4580014" cy="4019060"/>
            <a:chOff x="3430511" y="1067290"/>
            <a:chExt cx="5466513" cy="4990025"/>
          </a:xfrm>
        </p:grpSpPr>
        <p:sp>
          <p:nvSpPr>
            <p:cNvPr id="23" name="Circle: Hollow 22">
              <a:extLst>
                <a:ext uri="{FF2B5EF4-FFF2-40B4-BE49-F238E27FC236}">
                  <a16:creationId xmlns:a16="http://schemas.microsoft.com/office/drawing/2014/main" id="{676050FD-96D7-BD38-7510-98DCFC416032}"/>
                </a:ext>
              </a:extLst>
            </p:cNvPr>
            <p:cNvSpPr/>
            <p:nvPr/>
          </p:nvSpPr>
          <p:spPr>
            <a:xfrm>
              <a:off x="3943082" y="1512700"/>
              <a:ext cx="4441371" cy="4085929"/>
            </a:xfrm>
            <a:prstGeom prst="donut">
              <a:avLst>
                <a:gd name="adj" fmla="val 3672"/>
              </a:avLst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69000">
                  <a:srgbClr val="D65700"/>
                </a:gs>
                <a:gs pos="13000">
                  <a:srgbClr val="957D3B"/>
                </a:gs>
                <a:gs pos="31000">
                  <a:schemeClr val="bg1">
                    <a:lumMod val="8500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86AD214C-BED7-C456-A2F5-35434FE493B6}"/>
                </a:ext>
              </a:extLst>
            </p:cNvPr>
            <p:cNvSpPr/>
            <p:nvPr/>
          </p:nvSpPr>
          <p:spPr>
            <a:xfrm>
              <a:off x="6070046" y="1067290"/>
              <a:ext cx="209549" cy="390525"/>
            </a:xfrm>
            <a:prstGeom prst="triangle">
              <a:avLst/>
            </a:pr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32000">
                  <a:schemeClr val="accent2">
                    <a:lumMod val="75000"/>
                  </a:schemeClr>
                </a:gs>
                <a:gs pos="97000">
                  <a:schemeClr val="tx1">
                    <a:lumMod val="85000"/>
                    <a:lumOff val="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3876A8B6-134A-2953-C5E2-2D8771335846}"/>
                </a:ext>
              </a:extLst>
            </p:cNvPr>
            <p:cNvSpPr/>
            <p:nvPr/>
          </p:nvSpPr>
          <p:spPr>
            <a:xfrm rot="16200000">
              <a:off x="3520999" y="3307692"/>
              <a:ext cx="209550" cy="390525"/>
            </a:xfrm>
            <a:prstGeom prst="triangle">
              <a:avLst/>
            </a:pr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32000">
                  <a:schemeClr val="accent2">
                    <a:lumMod val="75000"/>
                  </a:schemeClr>
                </a:gs>
                <a:gs pos="97000">
                  <a:schemeClr val="tx1">
                    <a:lumMod val="85000"/>
                    <a:lumOff val="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5C63B15F-3740-4671-1F29-253F9EE2D1F1}"/>
                </a:ext>
              </a:extLst>
            </p:cNvPr>
            <p:cNvSpPr/>
            <p:nvPr/>
          </p:nvSpPr>
          <p:spPr>
            <a:xfrm rot="10800000">
              <a:off x="6070046" y="5666790"/>
              <a:ext cx="209549" cy="390525"/>
            </a:xfrm>
            <a:prstGeom prst="triangle">
              <a:avLst/>
            </a:pr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32000">
                  <a:schemeClr val="accent2">
                    <a:lumMod val="75000"/>
                  </a:schemeClr>
                </a:gs>
                <a:gs pos="97000">
                  <a:schemeClr val="tx1">
                    <a:lumMod val="85000"/>
                    <a:lumOff val="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52E114A1-524B-492E-BD5B-A5FD93E1FCF9}"/>
                </a:ext>
              </a:extLst>
            </p:cNvPr>
            <p:cNvSpPr/>
            <p:nvPr/>
          </p:nvSpPr>
          <p:spPr>
            <a:xfrm rot="5400000" flipH="1">
              <a:off x="8596987" y="3309546"/>
              <a:ext cx="209550" cy="390525"/>
            </a:xfrm>
            <a:prstGeom prst="triangle">
              <a:avLst/>
            </a:pr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32000">
                  <a:schemeClr val="accent2">
                    <a:lumMod val="75000"/>
                  </a:schemeClr>
                </a:gs>
                <a:gs pos="97000">
                  <a:schemeClr val="tx1">
                    <a:lumMod val="85000"/>
                    <a:lumOff val="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FAC9B525-6846-2EA8-E593-74A836FA6A06}"/>
              </a:ext>
            </a:extLst>
          </p:cNvPr>
          <p:cNvSpPr txBox="1"/>
          <p:nvPr/>
        </p:nvSpPr>
        <p:spPr>
          <a:xfrm>
            <a:off x="5702572" y="1201680"/>
            <a:ext cx="764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DEFINE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389553-0537-6AA4-B843-FDE82DF0D843}"/>
              </a:ext>
            </a:extLst>
          </p:cNvPr>
          <p:cNvSpPr txBox="1"/>
          <p:nvPr/>
        </p:nvSpPr>
        <p:spPr>
          <a:xfrm>
            <a:off x="8368051" y="3253958"/>
            <a:ext cx="7759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DESIGN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E6BC12-40F7-0C1D-C24D-C079BDE29461}"/>
              </a:ext>
            </a:extLst>
          </p:cNvPr>
          <p:cNvSpPr txBox="1"/>
          <p:nvPr/>
        </p:nvSpPr>
        <p:spPr>
          <a:xfrm>
            <a:off x="5722321" y="5445165"/>
            <a:ext cx="7759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BUILD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9F6C1F-2DBB-C5D9-A18D-E8BE6614867A}"/>
              </a:ext>
            </a:extLst>
          </p:cNvPr>
          <p:cNvSpPr txBox="1"/>
          <p:nvPr/>
        </p:nvSpPr>
        <p:spPr>
          <a:xfrm>
            <a:off x="2876550" y="3253958"/>
            <a:ext cx="9462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7E8E84-E07C-5279-4162-69AC741954A9}"/>
              </a:ext>
            </a:extLst>
          </p:cNvPr>
          <p:cNvSpPr txBox="1"/>
          <p:nvPr/>
        </p:nvSpPr>
        <p:spPr>
          <a:xfrm>
            <a:off x="5532395" y="3262947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GENERATE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BCB0EBE-3510-BB7E-7F27-4E852330B8B4}"/>
              </a:ext>
            </a:extLst>
          </p:cNvPr>
          <p:cNvGrpSpPr/>
          <p:nvPr/>
        </p:nvGrpSpPr>
        <p:grpSpPr>
          <a:xfrm>
            <a:off x="6059498" y="2002372"/>
            <a:ext cx="42282" cy="1260053"/>
            <a:chOff x="6151571" y="2061636"/>
            <a:chExt cx="42282" cy="1260053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3CB48E1-264A-39A5-7BC9-D8ACB54BDD76}"/>
                </a:ext>
              </a:extLst>
            </p:cNvPr>
            <p:cNvCxnSpPr>
              <a:cxnSpLocks/>
            </p:cNvCxnSpPr>
            <p:nvPr/>
          </p:nvCxnSpPr>
          <p:spPr>
            <a:xfrm>
              <a:off x="6193853" y="2061636"/>
              <a:ext cx="0" cy="1201311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DB2678E-D5DE-2C86-1D64-5DAB068A5E5E}"/>
                </a:ext>
              </a:extLst>
            </p:cNvPr>
            <p:cNvCxnSpPr/>
            <p:nvPr/>
          </p:nvCxnSpPr>
          <p:spPr>
            <a:xfrm>
              <a:off x="6151571" y="2120378"/>
              <a:ext cx="0" cy="1201311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A3252AE-B203-ED8C-D1AA-56ACA7304F14}"/>
              </a:ext>
            </a:extLst>
          </p:cNvPr>
          <p:cNvGrpSpPr/>
          <p:nvPr/>
        </p:nvGrpSpPr>
        <p:grpSpPr>
          <a:xfrm rot="5400000">
            <a:off x="7153193" y="2848753"/>
            <a:ext cx="33798" cy="1109945"/>
            <a:chOff x="6143827" y="2052647"/>
            <a:chExt cx="28909" cy="1244165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F9409EC-3301-717C-5FE7-C98814085EAC}"/>
                </a:ext>
              </a:extLst>
            </p:cNvPr>
            <p:cNvCxnSpPr/>
            <p:nvPr/>
          </p:nvCxnSpPr>
          <p:spPr>
            <a:xfrm>
              <a:off x="6143827" y="2095501"/>
              <a:ext cx="0" cy="1201311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3C7E81F-04F8-6E9E-1A26-0DF113F8469C}"/>
                </a:ext>
              </a:extLst>
            </p:cNvPr>
            <p:cNvCxnSpPr/>
            <p:nvPr/>
          </p:nvCxnSpPr>
          <p:spPr>
            <a:xfrm>
              <a:off x="6172736" y="2052647"/>
              <a:ext cx="0" cy="1201311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3D4DA47-3776-C40B-DE26-E9AC86E959C8}"/>
              </a:ext>
            </a:extLst>
          </p:cNvPr>
          <p:cNvGrpSpPr/>
          <p:nvPr/>
        </p:nvGrpSpPr>
        <p:grpSpPr>
          <a:xfrm rot="5400000" flipH="1" flipV="1">
            <a:off x="4916777" y="2831853"/>
            <a:ext cx="33798" cy="1109945"/>
            <a:chOff x="6143827" y="2052647"/>
            <a:chExt cx="28909" cy="1244165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1D4699D-2BFB-6D80-FC73-EDE927E299C8}"/>
                </a:ext>
              </a:extLst>
            </p:cNvPr>
            <p:cNvCxnSpPr/>
            <p:nvPr/>
          </p:nvCxnSpPr>
          <p:spPr>
            <a:xfrm>
              <a:off x="6143827" y="2095501"/>
              <a:ext cx="0" cy="1201311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C65239E-346A-A0F2-ACD4-8B099974DCA2}"/>
                </a:ext>
              </a:extLst>
            </p:cNvPr>
            <p:cNvCxnSpPr/>
            <p:nvPr/>
          </p:nvCxnSpPr>
          <p:spPr>
            <a:xfrm>
              <a:off x="6172736" y="2052647"/>
              <a:ext cx="0" cy="1201311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41D770C-DD0E-F72E-BAAF-42DAFFE56180}"/>
              </a:ext>
            </a:extLst>
          </p:cNvPr>
          <p:cNvGrpSpPr/>
          <p:nvPr/>
        </p:nvGrpSpPr>
        <p:grpSpPr>
          <a:xfrm flipH="1" flipV="1">
            <a:off x="6053148" y="3583522"/>
            <a:ext cx="42282" cy="1260053"/>
            <a:chOff x="6151571" y="2061636"/>
            <a:chExt cx="42282" cy="1260053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9133A8A-EBB5-4585-B6F1-8D573E34908C}"/>
                </a:ext>
              </a:extLst>
            </p:cNvPr>
            <p:cNvCxnSpPr>
              <a:cxnSpLocks/>
            </p:cNvCxnSpPr>
            <p:nvPr/>
          </p:nvCxnSpPr>
          <p:spPr>
            <a:xfrm>
              <a:off x="6193853" y="2061636"/>
              <a:ext cx="0" cy="1201311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3C56DE5-7D20-5C44-02FB-D50D2E0AB09D}"/>
                </a:ext>
              </a:extLst>
            </p:cNvPr>
            <p:cNvCxnSpPr/>
            <p:nvPr/>
          </p:nvCxnSpPr>
          <p:spPr>
            <a:xfrm>
              <a:off x="6151571" y="2120378"/>
              <a:ext cx="0" cy="1201311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B7AA33D-32EB-7644-4D4A-D3CE797266B5}"/>
              </a:ext>
            </a:extLst>
          </p:cNvPr>
          <p:cNvGrpSpPr/>
          <p:nvPr/>
        </p:nvGrpSpPr>
        <p:grpSpPr>
          <a:xfrm>
            <a:off x="243232" y="145824"/>
            <a:ext cx="707659" cy="693692"/>
            <a:chOff x="3923641" y="1771650"/>
            <a:chExt cx="3072140" cy="31209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921589F-8C95-68B8-059A-49E6FAD70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3641" y="1771650"/>
              <a:ext cx="3072140" cy="3120904"/>
            </a:xfrm>
            <a:prstGeom prst="ellipse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79B82DD-70AB-9C87-BAFE-59309E6CC29F}"/>
                </a:ext>
              </a:extLst>
            </p:cNvPr>
            <p:cNvSpPr/>
            <p:nvPr/>
          </p:nvSpPr>
          <p:spPr>
            <a:xfrm>
              <a:off x="3923641" y="1790699"/>
              <a:ext cx="3072140" cy="3092329"/>
            </a:xfrm>
            <a:prstGeom prst="ellipse">
              <a:avLst/>
            </a:prstGeom>
            <a:noFill/>
            <a:ln w="5397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bg2">
                      <a:lumMod val="10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A9B7CCF-C06C-C7D0-5668-7017319070FD}"/>
              </a:ext>
            </a:extLst>
          </p:cNvPr>
          <p:cNvSpPr txBox="1"/>
          <p:nvPr/>
        </p:nvSpPr>
        <p:spPr>
          <a:xfrm>
            <a:off x="5640918" y="677037"/>
            <a:ext cx="10170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NAVIGATE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230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FCDD1-246F-AED7-C996-CF40766CB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662EFC5-014E-3255-5C6C-388F77A009C1}"/>
              </a:ext>
            </a:extLst>
          </p:cNvPr>
          <p:cNvSpPr txBox="1"/>
          <p:nvPr/>
        </p:nvSpPr>
        <p:spPr>
          <a:xfrm>
            <a:off x="5201053" y="6609719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75B423-5760-3B83-A0C0-8DF60B97B1FB}"/>
              </a:ext>
            </a:extLst>
          </p:cNvPr>
          <p:cNvSpPr txBox="1"/>
          <p:nvPr/>
        </p:nvSpPr>
        <p:spPr>
          <a:xfrm>
            <a:off x="10312891" y="28115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BE75CD-6DE5-BF43-C03C-06340AC78B0B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D7FE9DD-6196-E929-38AF-A8B3408AC94E}"/>
              </a:ext>
            </a:extLst>
          </p:cNvPr>
          <p:cNvCxnSpPr>
            <a:cxnSpLocks/>
          </p:cNvCxnSpPr>
          <p:nvPr/>
        </p:nvCxnSpPr>
        <p:spPr>
          <a:xfrm>
            <a:off x="0" y="653296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14C675C-3CB1-8377-8D9D-07E5513CDAE3}"/>
              </a:ext>
            </a:extLst>
          </p:cNvPr>
          <p:cNvGrpSpPr/>
          <p:nvPr/>
        </p:nvGrpSpPr>
        <p:grpSpPr>
          <a:xfrm>
            <a:off x="124618" y="6602699"/>
            <a:ext cx="7567772" cy="169277"/>
            <a:chOff x="124618" y="6578595"/>
            <a:chExt cx="7567772" cy="16927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4237CB9-17A4-0F33-A345-CC941AF2079E}"/>
                </a:ext>
              </a:extLst>
            </p:cNvPr>
            <p:cNvSpPr txBox="1"/>
            <p:nvPr/>
          </p:nvSpPr>
          <p:spPr>
            <a:xfrm>
              <a:off x="124618" y="6578595"/>
              <a:ext cx="7567772" cy="16927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OWNER: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MATTHEW DODDS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START DATE: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24/11/25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STATUS: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DEVELOPMENT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PROGRESS: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15</a:t>
              </a:r>
              <a:r>
                <a:rPr lang="en-GB" sz="500" spc="3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%  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8D93FD2-C326-5FBB-8694-C88F9043A78E}"/>
                </a:ext>
              </a:extLst>
            </p:cNvPr>
            <p:cNvGrpSpPr/>
            <p:nvPr/>
          </p:nvGrpSpPr>
          <p:grpSpPr>
            <a:xfrm>
              <a:off x="4385911" y="6657218"/>
              <a:ext cx="602024" cy="2379"/>
              <a:chOff x="5931409" y="6657218"/>
              <a:chExt cx="602024" cy="2379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728753D0-7198-C1AB-3F38-7003E4A6AF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1409" y="6659597"/>
                <a:ext cx="602024" cy="0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E29DFD4-E713-7966-E9C3-39FF5CAAAD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8789" y="6657218"/>
                <a:ext cx="255069" cy="0"/>
              </a:xfrm>
              <a:prstGeom prst="line">
                <a:avLst/>
              </a:prstGeom>
              <a:ln w="6350">
                <a:solidFill>
                  <a:schemeClr val="accent2">
                    <a:lumMod val="75000"/>
                  </a:schemeClr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3627113-8D18-7A1A-C5B4-6DD389464732}"/>
              </a:ext>
            </a:extLst>
          </p:cNvPr>
          <p:cNvGrpSpPr/>
          <p:nvPr/>
        </p:nvGrpSpPr>
        <p:grpSpPr>
          <a:xfrm>
            <a:off x="11356731" y="6262511"/>
            <a:ext cx="662697" cy="205404"/>
            <a:chOff x="4451258" y="4630747"/>
            <a:chExt cx="662697" cy="274083"/>
          </a:xfrm>
          <a:noFill/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9314453-20AC-58EB-24D3-962615C33BEE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pFill/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2208FAC-29FF-EEA4-B80B-D0D685184FFA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2036B22-709E-D1E8-6140-90B875571680}"/>
              </a:ext>
            </a:extLst>
          </p:cNvPr>
          <p:cNvGrpSpPr/>
          <p:nvPr/>
        </p:nvGrpSpPr>
        <p:grpSpPr>
          <a:xfrm>
            <a:off x="9822459" y="6262506"/>
            <a:ext cx="706140" cy="204727"/>
            <a:chOff x="4451258" y="4631650"/>
            <a:chExt cx="706140" cy="273180"/>
          </a:xfrm>
          <a:noFill/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AED18EDB-5B23-4F41-FCE3-FE53989823E9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pFill/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F72FD8A-6505-1D79-E8BA-4E9F95A84CE1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DC9849E-0117-39DA-2057-31C66C4B9935}"/>
              </a:ext>
            </a:extLst>
          </p:cNvPr>
          <p:cNvGrpSpPr/>
          <p:nvPr/>
        </p:nvGrpSpPr>
        <p:grpSpPr>
          <a:xfrm>
            <a:off x="10594937" y="6262506"/>
            <a:ext cx="691564" cy="204727"/>
            <a:chOff x="4451258" y="4631650"/>
            <a:chExt cx="691564" cy="273180"/>
          </a:xfrm>
          <a:noFill/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6DB8ED3F-07DA-B1F4-B2ED-7A1B9EE6E9DE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pFill/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1C4172D-FDF0-8C78-63EC-44E81AE4884A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C4B42071-35E9-EF68-1F73-2053CA3CF18A}"/>
              </a:ext>
            </a:extLst>
          </p:cNvPr>
          <p:cNvSpPr/>
          <p:nvPr/>
        </p:nvSpPr>
        <p:spPr>
          <a:xfrm>
            <a:off x="3469957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1074DF5-19EE-7CAA-4250-61C1A23C98C4}"/>
              </a:ext>
            </a:extLst>
          </p:cNvPr>
          <p:cNvSpPr txBox="1"/>
          <p:nvPr/>
        </p:nvSpPr>
        <p:spPr>
          <a:xfrm>
            <a:off x="4799021" y="57746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3E13D7-D664-3C86-E68E-8E3FEE49751B}"/>
              </a:ext>
            </a:extLst>
          </p:cNvPr>
          <p:cNvSpPr txBox="1"/>
          <p:nvPr/>
        </p:nvSpPr>
        <p:spPr>
          <a:xfrm>
            <a:off x="2425753" y="324317"/>
            <a:ext cx="7161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AA3E427-531F-2AC3-CD67-9CBF5CD1B56D}"/>
              </a:ext>
            </a:extLst>
          </p:cNvPr>
          <p:cNvCxnSpPr/>
          <p:nvPr/>
        </p:nvCxnSpPr>
        <p:spPr>
          <a:xfrm>
            <a:off x="243232" y="92939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2C3AA1F-0713-ECB3-CE66-34919873D5EC}"/>
              </a:ext>
            </a:extLst>
          </p:cNvPr>
          <p:cNvGrpSpPr/>
          <p:nvPr/>
        </p:nvGrpSpPr>
        <p:grpSpPr>
          <a:xfrm>
            <a:off x="749673" y="6000752"/>
            <a:ext cx="583133" cy="525190"/>
            <a:chOff x="3873761" y="1419470"/>
            <a:chExt cx="4580014" cy="401906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49FFCC4-796F-0AA6-8281-12A5D85E2F03}"/>
                </a:ext>
              </a:extLst>
            </p:cNvPr>
            <p:cNvGrpSpPr/>
            <p:nvPr/>
          </p:nvGrpSpPr>
          <p:grpSpPr>
            <a:xfrm>
              <a:off x="3873761" y="1419470"/>
              <a:ext cx="4580014" cy="4019060"/>
              <a:chOff x="3430511" y="1067290"/>
              <a:chExt cx="5466513" cy="4990025"/>
            </a:xfrm>
          </p:grpSpPr>
          <p:sp>
            <p:nvSpPr>
              <p:cNvPr id="23" name="Circle: Hollow 22">
                <a:extLst>
                  <a:ext uri="{FF2B5EF4-FFF2-40B4-BE49-F238E27FC236}">
                    <a16:creationId xmlns:a16="http://schemas.microsoft.com/office/drawing/2014/main" id="{CE516C1C-82B1-B0E0-9BDF-C7C38662EF7C}"/>
                  </a:ext>
                </a:extLst>
              </p:cNvPr>
              <p:cNvSpPr/>
              <p:nvPr/>
            </p:nvSpPr>
            <p:spPr>
              <a:xfrm>
                <a:off x="3943082" y="1512700"/>
                <a:ext cx="4441371" cy="4085929"/>
              </a:xfrm>
              <a:prstGeom prst="donut">
                <a:avLst>
                  <a:gd name="adj" fmla="val 3672"/>
                </a:avLst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69000">
                    <a:srgbClr val="D65700"/>
                  </a:gs>
                  <a:gs pos="13000">
                    <a:srgbClr val="957D3B"/>
                  </a:gs>
                  <a:gs pos="31000">
                    <a:schemeClr val="bg1">
                      <a:lumMod val="8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21B248FA-8600-6B40-476D-015DBD94C5D8}"/>
                  </a:ext>
                </a:extLst>
              </p:cNvPr>
              <p:cNvSpPr/>
              <p:nvPr/>
            </p:nvSpPr>
            <p:spPr>
              <a:xfrm>
                <a:off x="6024571" y="1067290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Isosceles Triangle 33">
                <a:extLst>
                  <a:ext uri="{FF2B5EF4-FFF2-40B4-BE49-F238E27FC236}">
                    <a16:creationId xmlns:a16="http://schemas.microsoft.com/office/drawing/2014/main" id="{9A22CF23-4107-F299-678D-F14D0AA05793}"/>
                  </a:ext>
                </a:extLst>
              </p:cNvPr>
              <p:cNvSpPr/>
              <p:nvPr/>
            </p:nvSpPr>
            <p:spPr>
              <a:xfrm rot="16200000">
                <a:off x="3520999" y="3307692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Isosceles Triangle 34">
                <a:extLst>
                  <a:ext uri="{FF2B5EF4-FFF2-40B4-BE49-F238E27FC236}">
                    <a16:creationId xmlns:a16="http://schemas.microsoft.com/office/drawing/2014/main" id="{2309ADCC-5BFA-554B-7C20-084C4892EC0F}"/>
                  </a:ext>
                </a:extLst>
              </p:cNvPr>
              <p:cNvSpPr/>
              <p:nvPr/>
            </p:nvSpPr>
            <p:spPr>
              <a:xfrm rot="10800000">
                <a:off x="6070046" y="5666790"/>
                <a:ext cx="209549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E977099A-C422-8BE6-A3B5-48FD42328C15}"/>
                  </a:ext>
                </a:extLst>
              </p:cNvPr>
              <p:cNvSpPr/>
              <p:nvPr/>
            </p:nvSpPr>
            <p:spPr>
              <a:xfrm rot="5400000" flipH="1">
                <a:off x="8596987" y="3309546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89FF620-4DC5-E450-760B-40416E7A1CAC}"/>
                </a:ext>
              </a:extLst>
            </p:cNvPr>
            <p:cNvGrpSpPr/>
            <p:nvPr/>
          </p:nvGrpSpPr>
          <p:grpSpPr>
            <a:xfrm>
              <a:off x="6126173" y="2002372"/>
              <a:ext cx="42282" cy="1260053"/>
              <a:chOff x="6151571" y="2061636"/>
              <a:chExt cx="42282" cy="1260053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72948436-A8AF-E194-17B6-00D4FFE4B5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3853" y="2061636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22B0D74-87AA-E04E-53A6-31036FEB5B1F}"/>
                  </a:ext>
                </a:extLst>
              </p:cNvPr>
              <p:cNvCxnSpPr/>
              <p:nvPr/>
            </p:nvCxnSpPr>
            <p:spPr>
              <a:xfrm>
                <a:off x="6151571" y="2120378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5945B83-CFE7-CA15-0428-896A7AD2F341}"/>
                </a:ext>
              </a:extLst>
            </p:cNvPr>
            <p:cNvGrpSpPr/>
            <p:nvPr/>
          </p:nvGrpSpPr>
          <p:grpSpPr>
            <a:xfrm rot="5400000">
              <a:off x="7238918" y="2848753"/>
              <a:ext cx="33798" cy="1109945"/>
              <a:chOff x="6143827" y="2052647"/>
              <a:chExt cx="28909" cy="1244165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A24E4629-7E21-5939-734C-223DC6D624F0}"/>
                  </a:ext>
                </a:extLst>
              </p:cNvPr>
              <p:cNvCxnSpPr/>
              <p:nvPr/>
            </p:nvCxnSpPr>
            <p:spPr>
              <a:xfrm>
                <a:off x="6143827" y="2095501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62675F59-1C87-4C9B-849B-D35A864CC68E}"/>
                  </a:ext>
                </a:extLst>
              </p:cNvPr>
              <p:cNvCxnSpPr/>
              <p:nvPr/>
            </p:nvCxnSpPr>
            <p:spPr>
              <a:xfrm>
                <a:off x="6172736" y="2052647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7187892B-F3EA-86F6-BF59-FA49C40AFBE4}"/>
                </a:ext>
              </a:extLst>
            </p:cNvPr>
            <p:cNvGrpSpPr/>
            <p:nvPr/>
          </p:nvGrpSpPr>
          <p:grpSpPr>
            <a:xfrm rot="5400000" flipH="1" flipV="1">
              <a:off x="5002502" y="2831853"/>
              <a:ext cx="33798" cy="1109945"/>
              <a:chOff x="6143827" y="2052647"/>
              <a:chExt cx="28909" cy="1244165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543424BD-58DE-D553-334F-304837238333}"/>
                  </a:ext>
                </a:extLst>
              </p:cNvPr>
              <p:cNvCxnSpPr/>
              <p:nvPr/>
            </p:nvCxnSpPr>
            <p:spPr>
              <a:xfrm>
                <a:off x="6143827" y="2095501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FF9327C2-7815-95F2-DF99-FD8269FF7321}"/>
                  </a:ext>
                </a:extLst>
              </p:cNvPr>
              <p:cNvCxnSpPr/>
              <p:nvPr/>
            </p:nvCxnSpPr>
            <p:spPr>
              <a:xfrm>
                <a:off x="6172736" y="2052647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E2421DB-B639-8A67-03B7-D6FA5810EB06}"/>
                </a:ext>
              </a:extLst>
            </p:cNvPr>
            <p:cNvGrpSpPr/>
            <p:nvPr/>
          </p:nvGrpSpPr>
          <p:grpSpPr>
            <a:xfrm flipH="1" flipV="1">
              <a:off x="6138873" y="3583522"/>
              <a:ext cx="42282" cy="1260053"/>
              <a:chOff x="6151571" y="2061636"/>
              <a:chExt cx="42282" cy="1260053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2DE39D62-AD89-55F7-DB73-357CD2E157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3853" y="2061636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C8819D32-30F1-F581-3387-ED28BD888C23}"/>
                  </a:ext>
                </a:extLst>
              </p:cNvPr>
              <p:cNvCxnSpPr/>
              <p:nvPr/>
            </p:nvCxnSpPr>
            <p:spPr>
              <a:xfrm>
                <a:off x="6151571" y="2120378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4008BE8-041B-4222-BB65-57C76930B75D}"/>
              </a:ext>
            </a:extLst>
          </p:cNvPr>
          <p:cNvGrpSpPr/>
          <p:nvPr/>
        </p:nvGrpSpPr>
        <p:grpSpPr>
          <a:xfrm>
            <a:off x="243232" y="145824"/>
            <a:ext cx="707659" cy="693692"/>
            <a:chOff x="3923641" y="1771650"/>
            <a:chExt cx="3072140" cy="31209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C2E6A61-3FA1-97BB-8757-67340EA71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3641" y="1771650"/>
              <a:ext cx="3072140" cy="3120904"/>
            </a:xfrm>
            <a:prstGeom prst="ellipse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CDD2768-FE75-C3A2-C69C-8564A8E6315F}"/>
                </a:ext>
              </a:extLst>
            </p:cNvPr>
            <p:cNvSpPr/>
            <p:nvPr/>
          </p:nvSpPr>
          <p:spPr>
            <a:xfrm>
              <a:off x="3923641" y="1790699"/>
              <a:ext cx="3072140" cy="3092329"/>
            </a:xfrm>
            <a:prstGeom prst="ellipse">
              <a:avLst/>
            </a:prstGeom>
            <a:noFill/>
            <a:ln w="5397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bg2">
                      <a:lumMod val="10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35087F-8BDD-104B-A891-50DE9913863A}"/>
              </a:ext>
            </a:extLst>
          </p:cNvPr>
          <p:cNvGrpSpPr/>
          <p:nvPr/>
        </p:nvGrpSpPr>
        <p:grpSpPr>
          <a:xfrm>
            <a:off x="76100" y="6060761"/>
            <a:ext cx="701147" cy="401282"/>
            <a:chOff x="267137" y="5961402"/>
            <a:chExt cx="701147" cy="401282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BB2B310-67C3-2DA7-A472-3881D40AF9A0}"/>
                </a:ext>
              </a:extLst>
            </p:cNvPr>
            <p:cNvSpPr/>
            <p:nvPr/>
          </p:nvSpPr>
          <p:spPr>
            <a:xfrm>
              <a:off x="362449" y="5961402"/>
              <a:ext cx="483011" cy="401282"/>
            </a:xfrm>
            <a:prstGeom prst="ellipse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450F4F0-4BEA-C8FC-CB81-6562D93B318B}"/>
                </a:ext>
              </a:extLst>
            </p:cNvPr>
            <p:cNvSpPr txBox="1"/>
            <p:nvPr/>
          </p:nvSpPr>
          <p:spPr>
            <a:xfrm>
              <a:off x="267137" y="6090963"/>
              <a:ext cx="701147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" spc="200" dirty="0">
                  <a:solidFill>
                    <a:schemeClr val="bg1">
                      <a:lumMod val="6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ANALYTICS</a:t>
              </a:r>
              <a:endParaRPr lang="en-GB" sz="8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EF03422-3558-BAA4-BB71-A163635E7957}"/>
              </a:ext>
            </a:extLst>
          </p:cNvPr>
          <p:cNvSpPr txBox="1"/>
          <p:nvPr/>
        </p:nvSpPr>
        <p:spPr>
          <a:xfrm>
            <a:off x="5621868" y="677037"/>
            <a:ext cx="10170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DEFINE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9117AC-9C31-6B70-3E5F-2520D107D396}"/>
              </a:ext>
            </a:extLst>
          </p:cNvPr>
          <p:cNvSpPr txBox="1"/>
          <p:nvPr/>
        </p:nvSpPr>
        <p:spPr>
          <a:xfrm>
            <a:off x="4646431" y="1211026"/>
            <a:ext cx="28858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INFORMATION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4C3BE-39D4-9770-C35B-E000966F3802}"/>
              </a:ext>
            </a:extLst>
          </p:cNvPr>
          <p:cNvSpPr txBox="1"/>
          <p:nvPr/>
        </p:nvSpPr>
        <p:spPr>
          <a:xfrm>
            <a:off x="256564" y="2924697"/>
            <a:ext cx="873005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3E9DB9-CCC3-19F4-7982-0B6F9F3AB4D5}"/>
              </a:ext>
            </a:extLst>
          </p:cNvPr>
          <p:cNvSpPr txBox="1"/>
          <p:nvPr/>
        </p:nvSpPr>
        <p:spPr>
          <a:xfrm>
            <a:off x="5710316" y="4933628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Delivery: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BC33C-0024-61B0-E55C-D2CAA8B02096}"/>
              </a:ext>
            </a:extLst>
          </p:cNvPr>
          <p:cNvSpPr txBox="1"/>
          <p:nvPr/>
        </p:nvSpPr>
        <p:spPr>
          <a:xfrm>
            <a:off x="256563" y="3284491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0DC505-A934-8555-79C4-33ADEB022E6E}"/>
              </a:ext>
            </a:extLst>
          </p:cNvPr>
          <p:cNvSpPr txBox="1"/>
          <p:nvPr/>
        </p:nvSpPr>
        <p:spPr>
          <a:xfrm>
            <a:off x="254236" y="4019558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1548EDA-A05D-F93F-14C0-A7CC935994C6}"/>
              </a:ext>
            </a:extLst>
          </p:cNvPr>
          <p:cNvSpPr/>
          <p:nvPr/>
        </p:nvSpPr>
        <p:spPr>
          <a:xfrm>
            <a:off x="1129569" y="2911736"/>
            <a:ext cx="3039308" cy="261609"/>
          </a:xfrm>
          <a:prstGeom prst="roundRect">
            <a:avLst>
              <a:gd name="adj" fmla="val 49315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28D6187-3792-A099-F8ED-78E030719AA1}"/>
              </a:ext>
            </a:extLst>
          </p:cNvPr>
          <p:cNvSpPr/>
          <p:nvPr/>
        </p:nvSpPr>
        <p:spPr>
          <a:xfrm>
            <a:off x="1129569" y="3280609"/>
            <a:ext cx="3039308" cy="261609"/>
          </a:xfrm>
          <a:prstGeom prst="roundRect">
            <a:avLst>
              <a:gd name="adj" fmla="val 4828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58055A3F-EC9F-1527-AD80-15B566544AE2}"/>
              </a:ext>
            </a:extLst>
          </p:cNvPr>
          <p:cNvGrpSpPr/>
          <p:nvPr/>
        </p:nvGrpSpPr>
        <p:grpSpPr>
          <a:xfrm>
            <a:off x="1801670" y="3645298"/>
            <a:ext cx="2349108" cy="273180"/>
            <a:chOff x="6501588" y="4497079"/>
            <a:chExt cx="2349108" cy="27318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E9D569-2B17-9EC2-CB8B-19E0B4341539}"/>
                </a:ext>
              </a:extLst>
            </p:cNvPr>
            <p:cNvSpPr txBox="1"/>
            <p:nvPr/>
          </p:nvSpPr>
          <p:spPr>
            <a:xfrm>
              <a:off x="6501588" y="4535336"/>
              <a:ext cx="87300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Code: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387E9F76-FAA6-F147-EF18-FF1790899F9A}"/>
                </a:ext>
              </a:extLst>
            </p:cNvPr>
            <p:cNvSpPr/>
            <p:nvPr/>
          </p:nvSpPr>
          <p:spPr>
            <a:xfrm>
              <a:off x="7196185" y="4497079"/>
              <a:ext cx="1654511" cy="273180"/>
            </a:xfrm>
            <a:prstGeom prst="roundRect">
              <a:avLst>
                <a:gd name="adj" fmla="val 48735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8D3110D-B699-E046-E044-21A37BB756F5}"/>
              </a:ext>
            </a:extLst>
          </p:cNvPr>
          <p:cNvGrpSpPr/>
          <p:nvPr/>
        </p:nvGrpSpPr>
        <p:grpSpPr>
          <a:xfrm>
            <a:off x="3450905" y="1602769"/>
            <a:ext cx="4493069" cy="338554"/>
            <a:chOff x="3877130" y="3861524"/>
            <a:chExt cx="3815258" cy="338554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C6532BD-C8ED-CCC5-9931-0A41EF6EC5FA}"/>
                </a:ext>
              </a:extLst>
            </p:cNvPr>
            <p:cNvSpPr txBox="1"/>
            <p:nvPr/>
          </p:nvSpPr>
          <p:spPr>
            <a:xfrm>
              <a:off x="3877130" y="3861524"/>
              <a:ext cx="8463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15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Select Course: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2ADCD5C8-B824-97B1-BB55-1ADA289D3E56}"/>
                </a:ext>
              </a:extLst>
            </p:cNvPr>
            <p:cNvSpPr/>
            <p:nvPr/>
          </p:nvSpPr>
          <p:spPr>
            <a:xfrm>
              <a:off x="4653080" y="3905680"/>
              <a:ext cx="3039308" cy="261609"/>
            </a:xfrm>
            <a:prstGeom prst="roundRect">
              <a:avLst>
                <a:gd name="adj" fmla="val 44202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953C8476-F997-A908-D66E-CB95124F309C}"/>
                </a:ext>
              </a:extLst>
            </p:cNvPr>
            <p:cNvSpPr/>
            <p:nvPr/>
          </p:nvSpPr>
          <p:spPr>
            <a:xfrm rot="17976276">
              <a:off x="7575133" y="3996978"/>
              <a:ext cx="80048" cy="70810"/>
            </a:xfrm>
            <a:prstGeom prst="triangle">
              <a:avLst/>
            </a:pr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5A2CE72-AC14-CA62-D08B-5A69EDEC3CB8}"/>
              </a:ext>
            </a:extLst>
          </p:cNvPr>
          <p:cNvGrpSpPr/>
          <p:nvPr/>
        </p:nvGrpSpPr>
        <p:grpSpPr>
          <a:xfrm>
            <a:off x="4359175" y="2634767"/>
            <a:ext cx="3606636" cy="1892476"/>
            <a:chOff x="4483000" y="1582231"/>
            <a:chExt cx="3476305" cy="1794598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F88C2F9-FB9E-29E2-C562-F94D0E76D444}"/>
                </a:ext>
              </a:extLst>
            </p:cNvPr>
            <p:cNvSpPr txBox="1"/>
            <p:nvPr/>
          </p:nvSpPr>
          <p:spPr>
            <a:xfrm>
              <a:off x="5570615" y="1582231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DESCRIPTION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6599603-27C5-F612-01E6-E68CBB403F5B}"/>
                </a:ext>
              </a:extLst>
            </p:cNvPr>
            <p:cNvGrpSpPr/>
            <p:nvPr/>
          </p:nvGrpSpPr>
          <p:grpSpPr>
            <a:xfrm>
              <a:off x="4483000" y="1851730"/>
              <a:ext cx="3476305" cy="1525099"/>
              <a:chOff x="6587519" y="1926047"/>
              <a:chExt cx="3039308" cy="1525099"/>
            </a:xfrm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3246EC12-885A-41A6-0477-2B7BB6C215E6}"/>
                  </a:ext>
                </a:extLst>
              </p:cNvPr>
              <p:cNvSpPr/>
              <p:nvPr/>
            </p:nvSpPr>
            <p:spPr>
              <a:xfrm>
                <a:off x="6587519" y="1926047"/>
                <a:ext cx="3039308" cy="1525099"/>
              </a:xfrm>
              <a:prstGeom prst="roundRect">
                <a:avLst>
                  <a:gd name="adj" fmla="val 633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21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Candara" panose="020E0502030303020204" pitchFamily="34" charset="0"/>
                </a:endParaRPr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68A98532-37D3-93D0-A306-A51B0F64F305}"/>
                  </a:ext>
                </a:extLst>
              </p:cNvPr>
              <p:cNvSpPr/>
              <p:nvPr/>
            </p:nvSpPr>
            <p:spPr>
              <a:xfrm>
                <a:off x="9507966" y="2896880"/>
                <a:ext cx="76200" cy="419952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Isosceles Triangle 52">
                <a:extLst>
                  <a:ext uri="{FF2B5EF4-FFF2-40B4-BE49-F238E27FC236}">
                    <a16:creationId xmlns:a16="http://schemas.microsoft.com/office/drawing/2014/main" id="{861619BB-486A-48B5-F53E-2E5496B52F06}"/>
                  </a:ext>
                </a:extLst>
              </p:cNvPr>
              <p:cNvSpPr/>
              <p:nvPr/>
            </p:nvSpPr>
            <p:spPr>
              <a:xfrm rot="10800000">
                <a:off x="9507966" y="3355220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Isosceles Triangle 53">
                <a:extLst>
                  <a:ext uri="{FF2B5EF4-FFF2-40B4-BE49-F238E27FC236}">
                    <a16:creationId xmlns:a16="http://schemas.microsoft.com/office/drawing/2014/main" id="{E1914995-131D-88EC-6664-68643EB1AABC}"/>
                  </a:ext>
                </a:extLst>
              </p:cNvPr>
              <p:cNvSpPr/>
              <p:nvPr/>
            </p:nvSpPr>
            <p:spPr>
              <a:xfrm rot="14465891">
                <a:off x="9506042" y="1982939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2A1AF3C-B808-5145-0469-68E9A8D354D4}"/>
              </a:ext>
            </a:extLst>
          </p:cNvPr>
          <p:cNvGrpSpPr/>
          <p:nvPr/>
        </p:nvGrpSpPr>
        <p:grpSpPr>
          <a:xfrm>
            <a:off x="8111010" y="1668809"/>
            <a:ext cx="662697" cy="206688"/>
            <a:chOff x="4451258" y="4629033"/>
            <a:chExt cx="662697" cy="275797"/>
          </a:xfrm>
          <a:noFill/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439258C6-E2E7-88C0-6EC8-E977838DFCBD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pFill/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2C42D2E-E9FA-0B2E-4A6B-BCF26920822E}"/>
                </a:ext>
              </a:extLst>
            </p:cNvPr>
            <p:cNvSpPr txBox="1"/>
            <p:nvPr/>
          </p:nvSpPr>
          <p:spPr>
            <a:xfrm>
              <a:off x="4536013" y="4629033"/>
              <a:ext cx="577942" cy="2154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LOAD</a:t>
              </a:r>
            </a:p>
          </p:txBody>
        </p:sp>
      </p:grpSp>
      <p:sp>
        <p:nvSpPr>
          <p:cNvPr id="81" name="Oval 80">
            <a:extLst>
              <a:ext uri="{FF2B5EF4-FFF2-40B4-BE49-F238E27FC236}">
                <a16:creationId xmlns:a16="http://schemas.microsoft.com/office/drawing/2014/main" id="{B1380CE4-DEE4-AD40-0022-605A8CAD4AF7}"/>
              </a:ext>
            </a:extLst>
          </p:cNvPr>
          <p:cNvSpPr/>
          <p:nvPr/>
        </p:nvSpPr>
        <p:spPr>
          <a:xfrm>
            <a:off x="5930725" y="2170476"/>
            <a:ext cx="357036" cy="312954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B23569B-A0A0-3447-786D-64726CF1B2EA}"/>
              </a:ext>
            </a:extLst>
          </p:cNvPr>
          <p:cNvSpPr txBox="1"/>
          <p:nvPr/>
        </p:nvSpPr>
        <p:spPr>
          <a:xfrm>
            <a:off x="7965811" y="2911736"/>
            <a:ext cx="558330" cy="342774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/>
          <a:p>
            <a:pPr algn="ctr"/>
            <a:r>
              <a:rPr lang="en-GB" sz="1200" spc="150" dirty="0">
                <a:solidFill>
                  <a:srgbClr val="FF66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894718C6-47C2-3C9A-5632-1E0A9B69C995}"/>
              </a:ext>
            </a:extLst>
          </p:cNvPr>
          <p:cNvSpPr/>
          <p:nvPr/>
        </p:nvSpPr>
        <p:spPr>
          <a:xfrm>
            <a:off x="8401376" y="2916665"/>
            <a:ext cx="3421760" cy="310681"/>
          </a:xfrm>
          <a:prstGeom prst="roundRect">
            <a:avLst>
              <a:gd name="adj" fmla="val 42249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5189BDA-507A-2334-0B60-AE2DE997B54D}"/>
              </a:ext>
            </a:extLst>
          </p:cNvPr>
          <p:cNvSpPr txBox="1"/>
          <p:nvPr/>
        </p:nvSpPr>
        <p:spPr>
          <a:xfrm>
            <a:off x="11589308" y="2937862"/>
            <a:ext cx="233828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1200" spc="150" dirty="0">
                <a:solidFill>
                  <a:srgbClr val="FF66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+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8DF4BC1-0AB2-BDB2-F653-167ED8380248}"/>
              </a:ext>
            </a:extLst>
          </p:cNvPr>
          <p:cNvSpPr txBox="1"/>
          <p:nvPr/>
        </p:nvSpPr>
        <p:spPr>
          <a:xfrm>
            <a:off x="1998686" y="2614913"/>
            <a:ext cx="13010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DETAILS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2AC84BF-A20B-CBAB-6814-55C544449592}"/>
              </a:ext>
            </a:extLst>
          </p:cNvPr>
          <p:cNvSpPr txBox="1"/>
          <p:nvPr/>
        </p:nvSpPr>
        <p:spPr>
          <a:xfrm>
            <a:off x="9069519" y="2681206"/>
            <a:ext cx="21701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LEARNING OBJECTIVES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859BFB6-0AC5-66C3-97E8-B896AD59A9AE}"/>
              </a:ext>
            </a:extLst>
          </p:cNvPr>
          <p:cNvSpPr txBox="1"/>
          <p:nvPr/>
        </p:nvSpPr>
        <p:spPr>
          <a:xfrm>
            <a:off x="8442359" y="2993422"/>
            <a:ext cx="2370836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rgbClr val="00FF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EXPLAIN</a:t>
            </a:r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something…..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B33908D-5E92-6430-3183-45251DE93406}"/>
              </a:ext>
            </a:extLst>
          </p:cNvPr>
          <p:cNvSpPr txBox="1"/>
          <p:nvPr/>
        </p:nvSpPr>
        <p:spPr>
          <a:xfrm>
            <a:off x="265122" y="3663817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Module: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5EF25CAE-DC7B-B358-6707-9157AB4D3358}"/>
              </a:ext>
            </a:extLst>
          </p:cNvPr>
          <p:cNvSpPr/>
          <p:nvPr/>
        </p:nvSpPr>
        <p:spPr>
          <a:xfrm>
            <a:off x="1127241" y="3645606"/>
            <a:ext cx="593287" cy="280333"/>
          </a:xfrm>
          <a:prstGeom prst="roundRect">
            <a:avLst>
              <a:gd name="adj" fmla="val 4315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4C1C3D58-CAF8-82F8-7EA1-E826E6FFD204}"/>
              </a:ext>
            </a:extLst>
          </p:cNvPr>
          <p:cNvSpPr/>
          <p:nvPr/>
        </p:nvSpPr>
        <p:spPr>
          <a:xfrm rot="17976276">
            <a:off x="4023866" y="3371822"/>
            <a:ext cx="80048" cy="70810"/>
          </a:xfrm>
          <a:prstGeom prst="triangle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1197BF03-A98D-6F60-EDC6-B6DC5964F3D9}"/>
              </a:ext>
            </a:extLst>
          </p:cNvPr>
          <p:cNvCxnSpPr>
            <a:cxnSpLocks/>
          </p:cNvCxnSpPr>
          <p:nvPr/>
        </p:nvCxnSpPr>
        <p:spPr>
          <a:xfrm>
            <a:off x="1127241" y="4149052"/>
            <a:ext cx="2279988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3">
                    <a:lumMod val="89000"/>
                  </a:schemeClr>
                </a:gs>
                <a:gs pos="23000">
                  <a:schemeClr val="accent3">
                    <a:lumMod val="89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1EEC41F0-6D34-365B-A40D-41DE6D5AD4C1}"/>
              </a:ext>
            </a:extLst>
          </p:cNvPr>
          <p:cNvSpPr/>
          <p:nvPr/>
        </p:nvSpPr>
        <p:spPr>
          <a:xfrm>
            <a:off x="1138128" y="4028163"/>
            <a:ext cx="107946" cy="263798"/>
          </a:xfrm>
          <a:prstGeom prst="roundRect">
            <a:avLst>
              <a:gd name="adj" fmla="val 48735"/>
            </a:avLst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50000"/>
                </a:schemeClr>
              </a:gs>
              <a:gs pos="97000">
                <a:schemeClr val="accent2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47EC70E-5762-69FA-0731-853723F76CB1}"/>
              </a:ext>
            </a:extLst>
          </p:cNvPr>
          <p:cNvSpPr txBox="1"/>
          <p:nvPr/>
        </p:nvSpPr>
        <p:spPr>
          <a:xfrm>
            <a:off x="254236" y="4389802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9AEDDD97-97E5-7A16-0D7D-E3C2DB827030}"/>
              </a:ext>
            </a:extLst>
          </p:cNvPr>
          <p:cNvCxnSpPr>
            <a:cxnSpLocks/>
          </p:cNvCxnSpPr>
          <p:nvPr/>
        </p:nvCxnSpPr>
        <p:spPr>
          <a:xfrm flipV="1">
            <a:off x="1127241" y="4517791"/>
            <a:ext cx="2279988" cy="1505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3">
                    <a:lumMod val="89000"/>
                  </a:schemeClr>
                </a:gs>
                <a:gs pos="23000">
                  <a:schemeClr val="accent3">
                    <a:lumMod val="89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55DF5F15-129B-122F-AF84-895A93F2CE46}"/>
              </a:ext>
            </a:extLst>
          </p:cNvPr>
          <p:cNvSpPr/>
          <p:nvPr/>
        </p:nvSpPr>
        <p:spPr>
          <a:xfrm>
            <a:off x="1138128" y="4398407"/>
            <a:ext cx="107946" cy="263798"/>
          </a:xfrm>
          <a:prstGeom prst="roundRect">
            <a:avLst>
              <a:gd name="adj" fmla="val 48735"/>
            </a:avLst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50000"/>
                </a:schemeClr>
              </a:gs>
              <a:gs pos="97000">
                <a:schemeClr val="accent2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00FAE24D-4424-7CC2-AE9D-B69D6BBD82C1}"/>
              </a:ext>
            </a:extLst>
          </p:cNvPr>
          <p:cNvCxnSpPr>
            <a:cxnSpLocks/>
          </p:cNvCxnSpPr>
          <p:nvPr/>
        </p:nvCxnSpPr>
        <p:spPr>
          <a:xfrm>
            <a:off x="2194305" y="2788928"/>
            <a:ext cx="81002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7171829C-42B5-BB9E-6220-016C50DB9930}"/>
              </a:ext>
            </a:extLst>
          </p:cNvPr>
          <p:cNvSpPr txBox="1"/>
          <p:nvPr/>
        </p:nvSpPr>
        <p:spPr>
          <a:xfrm>
            <a:off x="1725928" y="3639206"/>
            <a:ext cx="233828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1200" spc="150" dirty="0">
                <a:solidFill>
                  <a:srgbClr val="FF66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+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AFD7F31-2461-114B-258C-9772EC1DCCE8}"/>
              </a:ext>
            </a:extLst>
          </p:cNvPr>
          <p:cNvSpPr txBox="1"/>
          <p:nvPr/>
        </p:nvSpPr>
        <p:spPr>
          <a:xfrm>
            <a:off x="4157406" y="5407884"/>
            <a:ext cx="1483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Qualification:</a:t>
            </a: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CF4A169-1172-1DD1-B7D6-130C60866D4B}"/>
              </a:ext>
            </a:extLst>
          </p:cNvPr>
          <p:cNvGrpSpPr/>
          <p:nvPr/>
        </p:nvGrpSpPr>
        <p:grpSpPr>
          <a:xfrm>
            <a:off x="4233512" y="5156047"/>
            <a:ext cx="1001876" cy="225955"/>
            <a:chOff x="4354161" y="4805527"/>
            <a:chExt cx="873005" cy="225955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2DEE096-EDC7-CC2D-8D28-C96C8A8A9C25}"/>
                </a:ext>
              </a:extLst>
            </p:cNvPr>
            <p:cNvSpPr txBox="1"/>
            <p:nvPr/>
          </p:nvSpPr>
          <p:spPr>
            <a:xfrm>
              <a:off x="4354161" y="4833677"/>
              <a:ext cx="87300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ONLINE</a:t>
              </a: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4C876D32-543B-4F46-5D47-7B4D0FE44979}"/>
                </a:ext>
              </a:extLst>
            </p:cNvPr>
            <p:cNvSpPr/>
            <p:nvPr/>
          </p:nvSpPr>
          <p:spPr>
            <a:xfrm>
              <a:off x="4499130" y="4805527"/>
              <a:ext cx="543715" cy="225955"/>
            </a:xfrm>
            <a:prstGeom prst="roundRect">
              <a:avLst>
                <a:gd name="adj" fmla="val 48408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20D61A3D-3ADF-501A-B4C6-CC87F314EA32}"/>
              </a:ext>
            </a:extLst>
          </p:cNvPr>
          <p:cNvGrpSpPr/>
          <p:nvPr/>
        </p:nvGrpSpPr>
        <p:grpSpPr>
          <a:xfrm>
            <a:off x="4959189" y="5156047"/>
            <a:ext cx="1001876" cy="225955"/>
            <a:chOff x="4354161" y="4805527"/>
            <a:chExt cx="873005" cy="225955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7B78D5AC-7BFA-8143-125C-A93D0EBF16CA}"/>
                </a:ext>
              </a:extLst>
            </p:cNvPr>
            <p:cNvSpPr txBox="1"/>
            <p:nvPr/>
          </p:nvSpPr>
          <p:spPr>
            <a:xfrm>
              <a:off x="4354161" y="4833677"/>
              <a:ext cx="87300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CLASSROOM</a:t>
              </a:r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C04F0D69-A19E-ECEB-8A91-ABC5A27441B4}"/>
                </a:ext>
              </a:extLst>
            </p:cNvPr>
            <p:cNvSpPr/>
            <p:nvPr/>
          </p:nvSpPr>
          <p:spPr>
            <a:xfrm>
              <a:off x="4499130" y="4805527"/>
              <a:ext cx="543715" cy="225955"/>
            </a:xfrm>
            <a:prstGeom prst="roundRect">
              <a:avLst>
                <a:gd name="adj" fmla="val 48408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A7FC9B2F-60FD-5FE1-2969-FD90273CC03D}"/>
              </a:ext>
            </a:extLst>
          </p:cNvPr>
          <p:cNvGrpSpPr/>
          <p:nvPr/>
        </p:nvGrpSpPr>
        <p:grpSpPr>
          <a:xfrm>
            <a:off x="5667403" y="5156717"/>
            <a:ext cx="1001876" cy="225955"/>
            <a:chOff x="4354161" y="4805527"/>
            <a:chExt cx="873005" cy="225955"/>
          </a:xfrm>
        </p:grpSpPr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BB06F4F-0BFE-951A-DBB3-DF652C9B61AE}"/>
                </a:ext>
              </a:extLst>
            </p:cNvPr>
            <p:cNvSpPr txBox="1"/>
            <p:nvPr/>
          </p:nvSpPr>
          <p:spPr>
            <a:xfrm>
              <a:off x="4354161" y="4833677"/>
              <a:ext cx="87300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SEMINAR</a:t>
              </a:r>
            </a:p>
          </p:txBody>
        </p:sp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46253D83-FE8B-A601-FEFC-67CC603DB2A4}"/>
                </a:ext>
              </a:extLst>
            </p:cNvPr>
            <p:cNvSpPr/>
            <p:nvPr/>
          </p:nvSpPr>
          <p:spPr>
            <a:xfrm>
              <a:off x="4499130" y="4805527"/>
              <a:ext cx="543715" cy="225955"/>
            </a:xfrm>
            <a:prstGeom prst="roundRect">
              <a:avLst>
                <a:gd name="adj" fmla="val 48408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55437F4C-7D62-04DC-8058-68E35FAA9220}"/>
              </a:ext>
            </a:extLst>
          </p:cNvPr>
          <p:cNvGrpSpPr/>
          <p:nvPr/>
        </p:nvGrpSpPr>
        <p:grpSpPr>
          <a:xfrm>
            <a:off x="6366683" y="5157353"/>
            <a:ext cx="1001876" cy="225955"/>
            <a:chOff x="4354161" y="4805527"/>
            <a:chExt cx="873005" cy="225955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A9B7C552-711B-E4C5-B478-344786514E25}"/>
                </a:ext>
              </a:extLst>
            </p:cNvPr>
            <p:cNvSpPr txBox="1"/>
            <p:nvPr/>
          </p:nvSpPr>
          <p:spPr>
            <a:xfrm>
              <a:off x="4354161" y="4833677"/>
              <a:ext cx="87300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HYBRID</a:t>
              </a:r>
            </a:p>
          </p:txBody>
        </p:sp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74C8A966-DBCD-79FF-8DAB-283469178101}"/>
                </a:ext>
              </a:extLst>
            </p:cNvPr>
            <p:cNvSpPr/>
            <p:nvPr/>
          </p:nvSpPr>
          <p:spPr>
            <a:xfrm>
              <a:off x="4499130" y="4805527"/>
              <a:ext cx="543715" cy="225955"/>
            </a:xfrm>
            <a:prstGeom prst="roundRect">
              <a:avLst>
                <a:gd name="adj" fmla="val 48408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AECE07D3-E3C2-B4C1-2F0D-17293D48B4F8}"/>
              </a:ext>
            </a:extLst>
          </p:cNvPr>
          <p:cNvGrpSpPr/>
          <p:nvPr/>
        </p:nvGrpSpPr>
        <p:grpSpPr>
          <a:xfrm>
            <a:off x="7058380" y="5157353"/>
            <a:ext cx="1001876" cy="225955"/>
            <a:chOff x="4354161" y="4805527"/>
            <a:chExt cx="873005" cy="225955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1C47ED5E-2364-2B58-621B-CA22A46D83EF}"/>
                </a:ext>
              </a:extLst>
            </p:cNvPr>
            <p:cNvSpPr txBox="1"/>
            <p:nvPr/>
          </p:nvSpPr>
          <p:spPr>
            <a:xfrm>
              <a:off x="4354161" y="4833677"/>
              <a:ext cx="87300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SELF STUDY</a:t>
              </a:r>
            </a:p>
          </p:txBody>
        </p: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4058362F-1213-E1A5-CF0A-4F71D4282029}"/>
                </a:ext>
              </a:extLst>
            </p:cNvPr>
            <p:cNvSpPr/>
            <p:nvPr/>
          </p:nvSpPr>
          <p:spPr>
            <a:xfrm>
              <a:off x="4499130" y="4805527"/>
              <a:ext cx="543715" cy="225955"/>
            </a:xfrm>
            <a:prstGeom prst="roundRect">
              <a:avLst>
                <a:gd name="adj" fmla="val 48408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F2B10ED3-BA31-2A35-2BD2-6C8C4F5CD2B6}"/>
              </a:ext>
            </a:extLst>
          </p:cNvPr>
          <p:cNvSpPr/>
          <p:nvPr/>
        </p:nvSpPr>
        <p:spPr>
          <a:xfrm rot="5400000">
            <a:off x="4831403" y="5577927"/>
            <a:ext cx="107946" cy="263798"/>
          </a:xfrm>
          <a:prstGeom prst="roundRect">
            <a:avLst>
              <a:gd name="adj" fmla="val 48735"/>
            </a:avLst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50000"/>
                </a:schemeClr>
              </a:gs>
              <a:gs pos="97000">
                <a:schemeClr val="accent2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33EBF6D5-2427-8021-437D-0AAE04354E2E}"/>
              </a:ext>
            </a:extLst>
          </p:cNvPr>
          <p:cNvSpPr/>
          <p:nvPr/>
        </p:nvSpPr>
        <p:spPr>
          <a:xfrm rot="5400000">
            <a:off x="6057748" y="5577927"/>
            <a:ext cx="107946" cy="263798"/>
          </a:xfrm>
          <a:prstGeom prst="roundRect">
            <a:avLst>
              <a:gd name="adj" fmla="val 48735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87723603-CF70-F451-5D3A-575999215B5A}"/>
              </a:ext>
            </a:extLst>
          </p:cNvPr>
          <p:cNvSpPr/>
          <p:nvPr/>
        </p:nvSpPr>
        <p:spPr>
          <a:xfrm rot="5400000">
            <a:off x="7282356" y="5577927"/>
            <a:ext cx="107946" cy="263798"/>
          </a:xfrm>
          <a:prstGeom prst="roundRect">
            <a:avLst>
              <a:gd name="adj" fmla="val 48735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CF08CC3-C51B-E115-3F92-072170F600B0}"/>
              </a:ext>
            </a:extLst>
          </p:cNvPr>
          <p:cNvSpPr txBox="1"/>
          <p:nvPr/>
        </p:nvSpPr>
        <p:spPr>
          <a:xfrm>
            <a:off x="5381438" y="5408255"/>
            <a:ext cx="14838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Accredited: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0A08CB36-B596-332C-59E2-DB98914EE201}"/>
              </a:ext>
            </a:extLst>
          </p:cNvPr>
          <p:cNvSpPr txBox="1"/>
          <p:nvPr/>
        </p:nvSpPr>
        <p:spPr>
          <a:xfrm>
            <a:off x="6802096" y="5414276"/>
            <a:ext cx="10684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Certified: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97DC10A-0074-076D-C007-2FA500DDAA1C}"/>
              </a:ext>
            </a:extLst>
          </p:cNvPr>
          <p:cNvGrpSpPr/>
          <p:nvPr/>
        </p:nvGrpSpPr>
        <p:grpSpPr>
          <a:xfrm>
            <a:off x="3371296" y="4409655"/>
            <a:ext cx="1001876" cy="225955"/>
            <a:chOff x="4354161" y="4805527"/>
            <a:chExt cx="873005" cy="225955"/>
          </a:xfrm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D3B9EEF6-967E-2A42-C7E5-11E9D6E41481}"/>
                </a:ext>
              </a:extLst>
            </p:cNvPr>
            <p:cNvSpPr txBox="1"/>
            <p:nvPr/>
          </p:nvSpPr>
          <p:spPr>
            <a:xfrm>
              <a:off x="4354161" y="4833677"/>
              <a:ext cx="87300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AWARENESS</a:t>
              </a:r>
            </a:p>
          </p:txBody>
        </p:sp>
        <p:sp>
          <p:nvSpPr>
            <p:cNvPr id="174" name="Rectangle: Rounded Corners 173">
              <a:extLst>
                <a:ext uri="{FF2B5EF4-FFF2-40B4-BE49-F238E27FC236}">
                  <a16:creationId xmlns:a16="http://schemas.microsoft.com/office/drawing/2014/main" id="{A56AEA20-AF02-5455-E736-583BB27468D6}"/>
                </a:ext>
              </a:extLst>
            </p:cNvPr>
            <p:cNvSpPr/>
            <p:nvPr/>
          </p:nvSpPr>
          <p:spPr>
            <a:xfrm>
              <a:off x="4499130" y="4805527"/>
              <a:ext cx="543715" cy="225955"/>
            </a:xfrm>
            <a:prstGeom prst="roundRect">
              <a:avLst>
                <a:gd name="adj" fmla="val 48408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sp>
        <p:nvSpPr>
          <p:cNvPr id="177" name="TextBox 176">
            <a:extLst>
              <a:ext uri="{FF2B5EF4-FFF2-40B4-BE49-F238E27FC236}">
                <a16:creationId xmlns:a16="http://schemas.microsoft.com/office/drawing/2014/main" id="{8BD11A2D-751F-E2B6-7478-A41034A95ED0}"/>
              </a:ext>
            </a:extLst>
          </p:cNvPr>
          <p:cNvSpPr txBox="1"/>
          <p:nvPr/>
        </p:nvSpPr>
        <p:spPr>
          <a:xfrm>
            <a:off x="254236" y="4755510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Seniority:</a:t>
            </a:r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A514288F-332F-3B98-E20D-2DA924D32DB3}"/>
              </a:ext>
            </a:extLst>
          </p:cNvPr>
          <p:cNvGrpSpPr/>
          <p:nvPr/>
        </p:nvGrpSpPr>
        <p:grpSpPr>
          <a:xfrm>
            <a:off x="3371296" y="4775363"/>
            <a:ext cx="1001876" cy="225955"/>
            <a:chOff x="4354161" y="4805527"/>
            <a:chExt cx="873005" cy="225955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8FF3F9F6-4B8F-92BB-5549-06DBA7CF0FB3}"/>
                </a:ext>
              </a:extLst>
            </p:cNvPr>
            <p:cNvSpPr txBox="1"/>
            <p:nvPr/>
          </p:nvSpPr>
          <p:spPr>
            <a:xfrm>
              <a:off x="4354161" y="4833677"/>
              <a:ext cx="87300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JUNIOR</a:t>
              </a:r>
            </a:p>
          </p:txBody>
        </p:sp>
        <p:sp>
          <p:nvSpPr>
            <p:cNvPr id="182" name="Rectangle: Rounded Corners 181">
              <a:extLst>
                <a:ext uri="{FF2B5EF4-FFF2-40B4-BE49-F238E27FC236}">
                  <a16:creationId xmlns:a16="http://schemas.microsoft.com/office/drawing/2014/main" id="{556670ED-ADA6-E4EB-8A39-F39A082992AA}"/>
                </a:ext>
              </a:extLst>
            </p:cNvPr>
            <p:cNvSpPr/>
            <p:nvPr/>
          </p:nvSpPr>
          <p:spPr>
            <a:xfrm>
              <a:off x="4499130" y="4805527"/>
              <a:ext cx="543715" cy="225955"/>
            </a:xfrm>
            <a:prstGeom prst="roundRect">
              <a:avLst>
                <a:gd name="adj" fmla="val 48408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CC77519C-B0AC-1ECC-090A-25F390D90A6E}"/>
              </a:ext>
            </a:extLst>
          </p:cNvPr>
          <p:cNvGrpSpPr/>
          <p:nvPr/>
        </p:nvGrpSpPr>
        <p:grpSpPr>
          <a:xfrm>
            <a:off x="1127241" y="4883499"/>
            <a:ext cx="2279988" cy="1505"/>
            <a:chOff x="1127241" y="4860639"/>
            <a:chExt cx="2279988" cy="1505"/>
          </a:xfrm>
        </p:grpSpPr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078AE643-ED51-472C-0121-2CA0456196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7241" y="4860639"/>
              <a:ext cx="2279988" cy="1505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chemeClr val="accent3">
                      <a:lumMod val="89000"/>
                    </a:schemeClr>
                  </a:gs>
                  <a:gs pos="23000">
                    <a:schemeClr val="accent3">
                      <a:lumMod val="89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971FC4DA-F7E0-00C3-5948-8F542285A02E}"/>
                </a:ext>
              </a:extLst>
            </p:cNvPr>
            <p:cNvCxnSpPr>
              <a:cxnSpLocks/>
            </p:cNvCxnSpPr>
            <p:nvPr/>
          </p:nvCxnSpPr>
          <p:spPr>
            <a:xfrm>
              <a:off x="3152160" y="4860639"/>
              <a:ext cx="255069" cy="0"/>
            </a:xfrm>
            <a:prstGeom prst="line">
              <a:avLst/>
            </a:prstGeom>
            <a:ln w="15875">
              <a:solidFill>
                <a:schemeClr val="accent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E798AAA3-7159-E27B-42CB-CB0B4613A3D5}"/>
              </a:ext>
            </a:extLst>
          </p:cNvPr>
          <p:cNvSpPr/>
          <p:nvPr/>
        </p:nvSpPr>
        <p:spPr>
          <a:xfrm>
            <a:off x="1138128" y="4764115"/>
            <a:ext cx="107946" cy="263798"/>
          </a:xfrm>
          <a:prstGeom prst="roundRect">
            <a:avLst>
              <a:gd name="adj" fmla="val 48735"/>
            </a:avLst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50000"/>
                </a:schemeClr>
              </a:gs>
              <a:gs pos="97000">
                <a:schemeClr val="accent2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D937F7EE-6888-E77F-13BC-7656F382F508}"/>
              </a:ext>
            </a:extLst>
          </p:cNvPr>
          <p:cNvGrpSpPr/>
          <p:nvPr/>
        </p:nvGrpSpPr>
        <p:grpSpPr>
          <a:xfrm>
            <a:off x="3339397" y="4042305"/>
            <a:ext cx="1001876" cy="225955"/>
            <a:chOff x="4326366" y="4805527"/>
            <a:chExt cx="873005" cy="225955"/>
          </a:xfrm>
        </p:grpSpPr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A1297A39-6741-102A-F88A-AA7197B24BE3}"/>
                </a:ext>
              </a:extLst>
            </p:cNvPr>
            <p:cNvSpPr txBox="1"/>
            <p:nvPr/>
          </p:nvSpPr>
          <p:spPr>
            <a:xfrm>
              <a:off x="4326366" y="4826057"/>
              <a:ext cx="87300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 DAYS</a:t>
              </a:r>
            </a:p>
          </p:txBody>
        </p:sp>
        <p:sp>
          <p:nvSpPr>
            <p:cNvPr id="188" name="Rectangle: Rounded Corners 187">
              <a:extLst>
                <a:ext uri="{FF2B5EF4-FFF2-40B4-BE49-F238E27FC236}">
                  <a16:creationId xmlns:a16="http://schemas.microsoft.com/office/drawing/2014/main" id="{73B83D8C-0487-95BF-90B1-CE6382B500A5}"/>
                </a:ext>
              </a:extLst>
            </p:cNvPr>
            <p:cNvSpPr/>
            <p:nvPr/>
          </p:nvSpPr>
          <p:spPr>
            <a:xfrm>
              <a:off x="4499130" y="4805527"/>
              <a:ext cx="543715" cy="225955"/>
            </a:xfrm>
            <a:prstGeom prst="roundRect">
              <a:avLst>
                <a:gd name="adj" fmla="val 48408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36E45C0B-7691-C323-671C-76AC66B79E9F}"/>
              </a:ext>
            </a:extLst>
          </p:cNvPr>
          <p:cNvCxnSpPr>
            <a:cxnSpLocks/>
          </p:cNvCxnSpPr>
          <p:nvPr/>
        </p:nvCxnSpPr>
        <p:spPr>
          <a:xfrm>
            <a:off x="0" y="92939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77DB529B-6A00-4291-E4F4-C4B22C2F36E3}"/>
              </a:ext>
            </a:extLst>
          </p:cNvPr>
          <p:cNvSpPr/>
          <p:nvPr/>
        </p:nvSpPr>
        <p:spPr>
          <a:xfrm rot="17976276">
            <a:off x="4023866" y="4103014"/>
            <a:ext cx="80048" cy="70810"/>
          </a:xfrm>
          <a:prstGeom prst="triangle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010322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EE437-38CC-F07D-A094-A1E739BB8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E8BF469-11E6-9DBA-916E-B1D9F10D6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188526"/>
              </p:ext>
            </p:extLst>
          </p:nvPr>
        </p:nvGraphicFramePr>
        <p:xfrm>
          <a:off x="-132755" y="2190906"/>
          <a:ext cx="6063480" cy="3264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720">
                  <a:extLst>
                    <a:ext uri="{9D8B030D-6E8A-4147-A177-3AD203B41FA5}">
                      <a16:colId xmlns:a16="http://schemas.microsoft.com/office/drawing/2014/main" val="2728711912"/>
                    </a:ext>
                  </a:extLst>
                </a:gridCol>
                <a:gridCol w="673720">
                  <a:extLst>
                    <a:ext uri="{9D8B030D-6E8A-4147-A177-3AD203B41FA5}">
                      <a16:colId xmlns:a16="http://schemas.microsoft.com/office/drawing/2014/main" val="1634978481"/>
                    </a:ext>
                  </a:extLst>
                </a:gridCol>
                <a:gridCol w="673720">
                  <a:extLst>
                    <a:ext uri="{9D8B030D-6E8A-4147-A177-3AD203B41FA5}">
                      <a16:colId xmlns:a16="http://schemas.microsoft.com/office/drawing/2014/main" val="2008797705"/>
                    </a:ext>
                  </a:extLst>
                </a:gridCol>
                <a:gridCol w="673720">
                  <a:extLst>
                    <a:ext uri="{9D8B030D-6E8A-4147-A177-3AD203B41FA5}">
                      <a16:colId xmlns:a16="http://schemas.microsoft.com/office/drawing/2014/main" val="568053034"/>
                    </a:ext>
                  </a:extLst>
                </a:gridCol>
                <a:gridCol w="673720">
                  <a:extLst>
                    <a:ext uri="{9D8B030D-6E8A-4147-A177-3AD203B41FA5}">
                      <a16:colId xmlns:a16="http://schemas.microsoft.com/office/drawing/2014/main" val="2485769531"/>
                    </a:ext>
                  </a:extLst>
                </a:gridCol>
                <a:gridCol w="673720">
                  <a:extLst>
                    <a:ext uri="{9D8B030D-6E8A-4147-A177-3AD203B41FA5}">
                      <a16:colId xmlns:a16="http://schemas.microsoft.com/office/drawing/2014/main" val="3579198950"/>
                    </a:ext>
                  </a:extLst>
                </a:gridCol>
                <a:gridCol w="673720">
                  <a:extLst>
                    <a:ext uri="{9D8B030D-6E8A-4147-A177-3AD203B41FA5}">
                      <a16:colId xmlns:a16="http://schemas.microsoft.com/office/drawing/2014/main" val="4206887817"/>
                    </a:ext>
                  </a:extLst>
                </a:gridCol>
                <a:gridCol w="673720">
                  <a:extLst>
                    <a:ext uri="{9D8B030D-6E8A-4147-A177-3AD203B41FA5}">
                      <a16:colId xmlns:a16="http://schemas.microsoft.com/office/drawing/2014/main" val="2239665577"/>
                    </a:ext>
                  </a:extLst>
                </a:gridCol>
                <a:gridCol w="673720">
                  <a:extLst>
                    <a:ext uri="{9D8B030D-6E8A-4147-A177-3AD203B41FA5}">
                      <a16:colId xmlns:a16="http://schemas.microsoft.com/office/drawing/2014/main" val="2687167814"/>
                    </a:ext>
                  </a:extLst>
                </a:gridCol>
              </a:tblGrid>
              <a:tr h="441394">
                <a:tc>
                  <a:txBody>
                    <a:bodyPr/>
                    <a:lstStyle/>
                    <a:p>
                      <a:pPr algn="r"/>
                      <a:endParaRPr lang="en-GB" sz="10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0800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0900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1000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1100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1200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1300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1400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1500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784604"/>
                  </a:ext>
                </a:extLst>
              </a:tr>
              <a:tr h="564531">
                <a:tc>
                  <a:txBody>
                    <a:bodyPr/>
                    <a:lstStyle/>
                    <a:p>
                      <a:pPr algn="r"/>
                      <a:r>
                        <a:rPr lang="en-GB" sz="10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Day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113607"/>
                  </a:ext>
                </a:extLst>
              </a:tr>
              <a:tr h="564531">
                <a:tc>
                  <a:txBody>
                    <a:bodyPr/>
                    <a:lstStyle/>
                    <a:p>
                      <a:pPr algn="r"/>
                      <a:r>
                        <a:rPr lang="en-GB" sz="10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Day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892526"/>
                  </a:ext>
                </a:extLst>
              </a:tr>
              <a:tr h="564531">
                <a:tc>
                  <a:txBody>
                    <a:bodyPr/>
                    <a:lstStyle/>
                    <a:p>
                      <a:pPr algn="r"/>
                      <a:r>
                        <a:rPr lang="en-GB" sz="10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Day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088870"/>
                  </a:ext>
                </a:extLst>
              </a:tr>
              <a:tr h="564531">
                <a:tc>
                  <a:txBody>
                    <a:bodyPr/>
                    <a:lstStyle/>
                    <a:p>
                      <a:pPr algn="r"/>
                      <a:r>
                        <a:rPr lang="en-GB" sz="10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Day 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195439"/>
                  </a:ext>
                </a:extLst>
              </a:tr>
              <a:tr h="564531">
                <a:tc>
                  <a:txBody>
                    <a:bodyPr/>
                    <a:lstStyle/>
                    <a:p>
                      <a:pPr algn="r"/>
                      <a:r>
                        <a:rPr lang="en-GB" sz="10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ndara" panose="020E0502030303020204" pitchFamily="34" charset="0"/>
                        </a:rPr>
                        <a:t>Day 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5386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5A24453-4F96-0F93-7C41-56ECB3102857}"/>
              </a:ext>
            </a:extLst>
          </p:cNvPr>
          <p:cNvSpPr txBox="1"/>
          <p:nvPr/>
        </p:nvSpPr>
        <p:spPr>
          <a:xfrm>
            <a:off x="4391250" y="1158226"/>
            <a:ext cx="3397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OUTLINE PLANNER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51C797-99F9-BFD0-AC34-EA5829F12466}"/>
              </a:ext>
            </a:extLst>
          </p:cNvPr>
          <p:cNvSpPr txBox="1"/>
          <p:nvPr/>
        </p:nvSpPr>
        <p:spPr>
          <a:xfrm>
            <a:off x="5201053" y="6609719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3D416-62F1-D422-2FD1-341ACCB18862}"/>
              </a:ext>
            </a:extLst>
          </p:cNvPr>
          <p:cNvSpPr txBox="1"/>
          <p:nvPr/>
        </p:nvSpPr>
        <p:spPr>
          <a:xfrm>
            <a:off x="10312891" y="28115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FD37F-ACC3-4C27-796C-EF98E3A28F33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2CD13ED-C52D-BEDE-D288-B76569B5871E}"/>
              </a:ext>
            </a:extLst>
          </p:cNvPr>
          <p:cNvCxnSpPr>
            <a:cxnSpLocks/>
          </p:cNvCxnSpPr>
          <p:nvPr/>
        </p:nvCxnSpPr>
        <p:spPr>
          <a:xfrm>
            <a:off x="0" y="653296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91EB3D65-BD6E-F619-4CB2-6A5F9D0F22BC}"/>
              </a:ext>
            </a:extLst>
          </p:cNvPr>
          <p:cNvGrpSpPr/>
          <p:nvPr/>
        </p:nvGrpSpPr>
        <p:grpSpPr>
          <a:xfrm>
            <a:off x="124618" y="6602699"/>
            <a:ext cx="7567772" cy="169277"/>
            <a:chOff x="124618" y="6578595"/>
            <a:chExt cx="7567772" cy="16927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8B8859E-1F49-865C-FB21-1AFF837939C9}"/>
                </a:ext>
              </a:extLst>
            </p:cNvPr>
            <p:cNvSpPr txBox="1"/>
            <p:nvPr/>
          </p:nvSpPr>
          <p:spPr>
            <a:xfrm>
              <a:off x="124618" y="6578595"/>
              <a:ext cx="7567772" cy="16927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OWNER: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MATTHEW DODDS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START DATE: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24/11/25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STATUS: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DEVELOPMENT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PROGRESS: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15</a:t>
              </a:r>
              <a:r>
                <a:rPr lang="en-GB" sz="500" spc="3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%  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C1916AC-A1C5-211C-DDED-6BF32B25B5E2}"/>
                </a:ext>
              </a:extLst>
            </p:cNvPr>
            <p:cNvGrpSpPr/>
            <p:nvPr/>
          </p:nvGrpSpPr>
          <p:grpSpPr>
            <a:xfrm>
              <a:off x="4385911" y="6657218"/>
              <a:ext cx="602024" cy="2379"/>
              <a:chOff x="5931409" y="6657218"/>
              <a:chExt cx="602024" cy="2379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0576915-E7A0-CFF2-BCB0-64A6C9CE8E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1409" y="6659597"/>
                <a:ext cx="602024" cy="0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4EE48EC-8D64-8F72-535C-0F09A06ECA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8789" y="6657218"/>
                <a:ext cx="255069" cy="0"/>
              </a:xfrm>
              <a:prstGeom prst="line">
                <a:avLst/>
              </a:prstGeom>
              <a:ln w="6350">
                <a:solidFill>
                  <a:schemeClr val="accent2">
                    <a:lumMod val="75000"/>
                  </a:schemeClr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EEE6046-260E-AC6B-E010-F31B5BEBD2EF}"/>
              </a:ext>
            </a:extLst>
          </p:cNvPr>
          <p:cNvGrpSpPr/>
          <p:nvPr/>
        </p:nvGrpSpPr>
        <p:grpSpPr>
          <a:xfrm>
            <a:off x="11356731" y="6262511"/>
            <a:ext cx="662697" cy="205404"/>
            <a:chOff x="4451258" y="4630747"/>
            <a:chExt cx="662697" cy="274083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2D0C527F-9CDB-5D4D-AA9E-A3B681F77CE6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93C2DC5-5302-9247-389B-42606BB385DC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296C811-D3AD-4EF1-3152-8307A7610DB8}"/>
              </a:ext>
            </a:extLst>
          </p:cNvPr>
          <p:cNvGrpSpPr/>
          <p:nvPr/>
        </p:nvGrpSpPr>
        <p:grpSpPr>
          <a:xfrm>
            <a:off x="9822459" y="6262506"/>
            <a:ext cx="706140" cy="204727"/>
            <a:chOff x="4451258" y="4631650"/>
            <a:chExt cx="706140" cy="273180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0F528E9E-033D-FB74-A941-4B4A7802A3C8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C26286B-92E5-469E-B090-62F5BE67867D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AE2F60C-B26F-7B9D-306C-9C3912411D83}"/>
              </a:ext>
            </a:extLst>
          </p:cNvPr>
          <p:cNvGrpSpPr/>
          <p:nvPr/>
        </p:nvGrpSpPr>
        <p:grpSpPr>
          <a:xfrm>
            <a:off x="10594937" y="6262506"/>
            <a:ext cx="691564" cy="204727"/>
            <a:chOff x="4451258" y="4631650"/>
            <a:chExt cx="691564" cy="273180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6B614470-5B24-A3C2-7C5E-4C784277CFAD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9117B8C-9501-4B0D-3D30-0AD726F95D1F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3391F716-6317-DBD6-238C-25C4063BD0E6}"/>
              </a:ext>
            </a:extLst>
          </p:cNvPr>
          <p:cNvSpPr/>
          <p:nvPr/>
        </p:nvSpPr>
        <p:spPr>
          <a:xfrm>
            <a:off x="3469957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594D98A-D865-39BB-2827-1649275D3BE2}"/>
              </a:ext>
            </a:extLst>
          </p:cNvPr>
          <p:cNvSpPr txBox="1"/>
          <p:nvPr/>
        </p:nvSpPr>
        <p:spPr>
          <a:xfrm>
            <a:off x="4799021" y="57746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1D10B3-26D1-4990-FE77-E5AFBB19E731}"/>
              </a:ext>
            </a:extLst>
          </p:cNvPr>
          <p:cNvSpPr txBox="1"/>
          <p:nvPr/>
        </p:nvSpPr>
        <p:spPr>
          <a:xfrm>
            <a:off x="2425753" y="324317"/>
            <a:ext cx="7161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EA18FFA-E745-86A5-7BEA-9D870BF40FD5}"/>
              </a:ext>
            </a:extLst>
          </p:cNvPr>
          <p:cNvCxnSpPr/>
          <p:nvPr/>
        </p:nvCxnSpPr>
        <p:spPr>
          <a:xfrm>
            <a:off x="243232" y="92939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25BA3604-4970-9934-5697-62F45545681C}"/>
              </a:ext>
            </a:extLst>
          </p:cNvPr>
          <p:cNvGrpSpPr/>
          <p:nvPr/>
        </p:nvGrpSpPr>
        <p:grpSpPr>
          <a:xfrm>
            <a:off x="749673" y="6000752"/>
            <a:ext cx="583133" cy="525190"/>
            <a:chOff x="3873761" y="1419470"/>
            <a:chExt cx="4580014" cy="401906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0228980-3894-96CF-448C-55AC967640D4}"/>
                </a:ext>
              </a:extLst>
            </p:cNvPr>
            <p:cNvGrpSpPr/>
            <p:nvPr/>
          </p:nvGrpSpPr>
          <p:grpSpPr>
            <a:xfrm>
              <a:off x="3873761" y="1419470"/>
              <a:ext cx="4580014" cy="4019060"/>
              <a:chOff x="3430511" y="1067290"/>
              <a:chExt cx="5466513" cy="4990025"/>
            </a:xfrm>
          </p:grpSpPr>
          <p:sp>
            <p:nvSpPr>
              <p:cNvPr id="23" name="Circle: Hollow 22">
                <a:extLst>
                  <a:ext uri="{FF2B5EF4-FFF2-40B4-BE49-F238E27FC236}">
                    <a16:creationId xmlns:a16="http://schemas.microsoft.com/office/drawing/2014/main" id="{13A2D45F-4850-F25C-A1E9-3535604BA9A6}"/>
                  </a:ext>
                </a:extLst>
              </p:cNvPr>
              <p:cNvSpPr/>
              <p:nvPr/>
            </p:nvSpPr>
            <p:spPr>
              <a:xfrm>
                <a:off x="3943082" y="1512700"/>
                <a:ext cx="4441371" cy="4085929"/>
              </a:xfrm>
              <a:prstGeom prst="donut">
                <a:avLst>
                  <a:gd name="adj" fmla="val 3672"/>
                </a:avLst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69000">
                    <a:srgbClr val="D65700"/>
                  </a:gs>
                  <a:gs pos="13000">
                    <a:srgbClr val="957D3B"/>
                  </a:gs>
                  <a:gs pos="31000">
                    <a:schemeClr val="bg1">
                      <a:lumMod val="8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20185204-543A-6CD0-7C46-56AA7C6B2FF9}"/>
                  </a:ext>
                </a:extLst>
              </p:cNvPr>
              <p:cNvSpPr/>
              <p:nvPr/>
            </p:nvSpPr>
            <p:spPr>
              <a:xfrm>
                <a:off x="6024571" y="1067290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Isosceles Triangle 33">
                <a:extLst>
                  <a:ext uri="{FF2B5EF4-FFF2-40B4-BE49-F238E27FC236}">
                    <a16:creationId xmlns:a16="http://schemas.microsoft.com/office/drawing/2014/main" id="{3C570EF4-7CE1-B1F5-6A13-1D6F00EB40F2}"/>
                  </a:ext>
                </a:extLst>
              </p:cNvPr>
              <p:cNvSpPr/>
              <p:nvPr/>
            </p:nvSpPr>
            <p:spPr>
              <a:xfrm rot="16200000">
                <a:off x="3520999" y="3307692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Isosceles Triangle 34">
                <a:extLst>
                  <a:ext uri="{FF2B5EF4-FFF2-40B4-BE49-F238E27FC236}">
                    <a16:creationId xmlns:a16="http://schemas.microsoft.com/office/drawing/2014/main" id="{9445BBB8-4EDF-751C-8CE0-657C75975AF8}"/>
                  </a:ext>
                </a:extLst>
              </p:cNvPr>
              <p:cNvSpPr/>
              <p:nvPr/>
            </p:nvSpPr>
            <p:spPr>
              <a:xfrm rot="10800000">
                <a:off x="6070046" y="5666790"/>
                <a:ext cx="209549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56FB0F21-4E7E-0A0B-0B89-83BB4E93C9D2}"/>
                  </a:ext>
                </a:extLst>
              </p:cNvPr>
              <p:cNvSpPr/>
              <p:nvPr/>
            </p:nvSpPr>
            <p:spPr>
              <a:xfrm rot="5400000" flipH="1">
                <a:off x="8596987" y="3309546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1387F15-1204-7F37-5C8F-7E132FF72D4F}"/>
                </a:ext>
              </a:extLst>
            </p:cNvPr>
            <p:cNvGrpSpPr/>
            <p:nvPr/>
          </p:nvGrpSpPr>
          <p:grpSpPr>
            <a:xfrm>
              <a:off x="6126173" y="2002372"/>
              <a:ext cx="42282" cy="1260053"/>
              <a:chOff x="6151571" y="2061636"/>
              <a:chExt cx="42282" cy="1260053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AC9C0CE9-49F1-E039-5DE4-2B00F173F6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3853" y="2061636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DF38DA2-5FB3-DD63-B64A-0597572E288B}"/>
                  </a:ext>
                </a:extLst>
              </p:cNvPr>
              <p:cNvCxnSpPr/>
              <p:nvPr/>
            </p:nvCxnSpPr>
            <p:spPr>
              <a:xfrm>
                <a:off x="6151571" y="2120378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3EA44A76-C18F-AC88-5BC2-D304AF81654F}"/>
                </a:ext>
              </a:extLst>
            </p:cNvPr>
            <p:cNvGrpSpPr/>
            <p:nvPr/>
          </p:nvGrpSpPr>
          <p:grpSpPr>
            <a:xfrm rot="5400000">
              <a:off x="7238918" y="2848753"/>
              <a:ext cx="33798" cy="1109945"/>
              <a:chOff x="6143827" y="2052647"/>
              <a:chExt cx="28909" cy="1244165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3DDCF3C-E254-DB27-BEB3-7D51F3600B1C}"/>
                  </a:ext>
                </a:extLst>
              </p:cNvPr>
              <p:cNvCxnSpPr/>
              <p:nvPr/>
            </p:nvCxnSpPr>
            <p:spPr>
              <a:xfrm>
                <a:off x="6143827" y="2095501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FA76EEEC-E50F-BAF8-DF5A-86BF4DEFF4E5}"/>
                  </a:ext>
                </a:extLst>
              </p:cNvPr>
              <p:cNvCxnSpPr/>
              <p:nvPr/>
            </p:nvCxnSpPr>
            <p:spPr>
              <a:xfrm>
                <a:off x="6172736" y="2052647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8AAF322B-BB1F-D6A8-6D42-A4187F87111F}"/>
                </a:ext>
              </a:extLst>
            </p:cNvPr>
            <p:cNvGrpSpPr/>
            <p:nvPr/>
          </p:nvGrpSpPr>
          <p:grpSpPr>
            <a:xfrm rot="5400000" flipH="1" flipV="1">
              <a:off x="5002502" y="2831853"/>
              <a:ext cx="33798" cy="1109945"/>
              <a:chOff x="6143827" y="2052647"/>
              <a:chExt cx="28909" cy="1244165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CFBDAA2-96A1-73D0-2BF9-FEEB72672535}"/>
                  </a:ext>
                </a:extLst>
              </p:cNvPr>
              <p:cNvCxnSpPr/>
              <p:nvPr/>
            </p:nvCxnSpPr>
            <p:spPr>
              <a:xfrm>
                <a:off x="6143827" y="2095501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FB9EBE59-9A58-F133-4890-CFED9A907D72}"/>
                  </a:ext>
                </a:extLst>
              </p:cNvPr>
              <p:cNvCxnSpPr/>
              <p:nvPr/>
            </p:nvCxnSpPr>
            <p:spPr>
              <a:xfrm>
                <a:off x="6172736" y="2052647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255832C-1B9E-66B8-CB63-6ACEA2D43B5B}"/>
                </a:ext>
              </a:extLst>
            </p:cNvPr>
            <p:cNvGrpSpPr/>
            <p:nvPr/>
          </p:nvGrpSpPr>
          <p:grpSpPr>
            <a:xfrm flipH="1" flipV="1">
              <a:off x="6138873" y="3583522"/>
              <a:ext cx="42282" cy="1260053"/>
              <a:chOff x="6151571" y="2061636"/>
              <a:chExt cx="42282" cy="1260053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F44A4BF8-B7CF-33F9-8377-72110C3310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3853" y="2061636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0BC11A4C-1715-52F6-6E40-40A37A61E038}"/>
                  </a:ext>
                </a:extLst>
              </p:cNvPr>
              <p:cNvCxnSpPr/>
              <p:nvPr/>
            </p:nvCxnSpPr>
            <p:spPr>
              <a:xfrm>
                <a:off x="6151571" y="2120378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DA8732F-F7E9-ED64-5C51-7D0A80D4D145}"/>
              </a:ext>
            </a:extLst>
          </p:cNvPr>
          <p:cNvGrpSpPr/>
          <p:nvPr/>
        </p:nvGrpSpPr>
        <p:grpSpPr>
          <a:xfrm>
            <a:off x="243232" y="145824"/>
            <a:ext cx="707659" cy="693692"/>
            <a:chOff x="3923641" y="1771650"/>
            <a:chExt cx="3072140" cy="31209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18454B9-BDEE-38E0-4B62-BA32E9B2F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3641" y="1771650"/>
              <a:ext cx="3072140" cy="3120904"/>
            </a:xfrm>
            <a:prstGeom prst="ellipse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68921C5-94DB-0EFE-8505-3E7B3EF57101}"/>
                </a:ext>
              </a:extLst>
            </p:cNvPr>
            <p:cNvSpPr/>
            <p:nvPr/>
          </p:nvSpPr>
          <p:spPr>
            <a:xfrm>
              <a:off x="3923641" y="1790699"/>
              <a:ext cx="3072140" cy="3092329"/>
            </a:xfrm>
            <a:prstGeom prst="ellipse">
              <a:avLst/>
            </a:prstGeom>
            <a:noFill/>
            <a:ln w="5397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bg2">
                      <a:lumMod val="10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B957E99-71D9-4436-376C-8BAFAC2C535C}"/>
              </a:ext>
            </a:extLst>
          </p:cNvPr>
          <p:cNvGrpSpPr/>
          <p:nvPr/>
        </p:nvGrpSpPr>
        <p:grpSpPr>
          <a:xfrm>
            <a:off x="76100" y="6060761"/>
            <a:ext cx="701147" cy="401282"/>
            <a:chOff x="267137" y="5961402"/>
            <a:chExt cx="701147" cy="401282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C7C7D8B-DD3F-912A-7F6D-9957828EF23F}"/>
                </a:ext>
              </a:extLst>
            </p:cNvPr>
            <p:cNvSpPr/>
            <p:nvPr/>
          </p:nvSpPr>
          <p:spPr>
            <a:xfrm>
              <a:off x="362449" y="5961402"/>
              <a:ext cx="483011" cy="401282"/>
            </a:xfrm>
            <a:prstGeom prst="ellipse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BD98C3-5B11-2527-7F8A-A1C5D269017D}"/>
                </a:ext>
              </a:extLst>
            </p:cNvPr>
            <p:cNvSpPr txBox="1"/>
            <p:nvPr/>
          </p:nvSpPr>
          <p:spPr>
            <a:xfrm>
              <a:off x="267137" y="6090963"/>
              <a:ext cx="701147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" spc="200" dirty="0">
                  <a:solidFill>
                    <a:schemeClr val="bg1">
                      <a:lumMod val="6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ANALYTICS</a:t>
              </a:r>
              <a:endParaRPr lang="en-GB" sz="8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6767856-6993-0649-FFA3-FD2305DE7434}"/>
              </a:ext>
            </a:extLst>
          </p:cNvPr>
          <p:cNvSpPr txBox="1"/>
          <p:nvPr/>
        </p:nvSpPr>
        <p:spPr>
          <a:xfrm>
            <a:off x="5621868" y="677037"/>
            <a:ext cx="10170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DESIGN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430254FA-4634-AE19-A0CA-3AC1CF25E064}"/>
              </a:ext>
            </a:extLst>
          </p:cNvPr>
          <p:cNvCxnSpPr>
            <a:cxnSpLocks/>
          </p:cNvCxnSpPr>
          <p:nvPr/>
        </p:nvCxnSpPr>
        <p:spPr>
          <a:xfrm>
            <a:off x="0" y="92939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95D3096-FA5B-4681-7499-AF30574B3AC3}"/>
              </a:ext>
            </a:extLst>
          </p:cNvPr>
          <p:cNvCxnSpPr>
            <a:cxnSpLocks/>
          </p:cNvCxnSpPr>
          <p:nvPr/>
        </p:nvCxnSpPr>
        <p:spPr>
          <a:xfrm>
            <a:off x="0" y="2261256"/>
            <a:ext cx="5838825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8139792-6443-37DA-920E-5E8AE588C905}"/>
              </a:ext>
            </a:extLst>
          </p:cNvPr>
          <p:cNvGrpSpPr/>
          <p:nvPr/>
        </p:nvGrpSpPr>
        <p:grpSpPr>
          <a:xfrm>
            <a:off x="154542" y="1937951"/>
            <a:ext cx="521603" cy="209331"/>
            <a:chOff x="592692" y="1937951"/>
            <a:chExt cx="521603" cy="20933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F666D25-45B7-E0A1-8395-0C3FFFEEAEB8}"/>
                </a:ext>
              </a:extLst>
            </p:cNvPr>
            <p:cNvSpPr txBox="1"/>
            <p:nvPr/>
          </p:nvSpPr>
          <p:spPr>
            <a:xfrm>
              <a:off x="592692" y="1947155"/>
              <a:ext cx="521603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0800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7D0D7581-57BA-D909-4A45-AA10A64D8E46}"/>
                </a:ext>
              </a:extLst>
            </p:cNvPr>
            <p:cNvSpPr/>
            <p:nvPr/>
          </p:nvSpPr>
          <p:spPr>
            <a:xfrm>
              <a:off x="654422" y="1937951"/>
              <a:ext cx="400945" cy="209331"/>
            </a:xfrm>
            <a:prstGeom prst="roundRect">
              <a:avLst>
                <a:gd name="adj" fmla="val 50000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90386C0-C025-9CD5-888F-DE8170CC3F63}"/>
              </a:ext>
            </a:extLst>
          </p:cNvPr>
          <p:cNvGrpSpPr/>
          <p:nvPr/>
        </p:nvGrpSpPr>
        <p:grpSpPr>
          <a:xfrm>
            <a:off x="625153" y="2723192"/>
            <a:ext cx="1204301" cy="442532"/>
            <a:chOff x="1599917" y="5201098"/>
            <a:chExt cx="1135401" cy="498189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63199BC9-DF96-8BC3-AD6A-8DE752E4CB10}"/>
                </a:ext>
              </a:extLst>
            </p:cNvPr>
            <p:cNvGrpSpPr/>
            <p:nvPr/>
          </p:nvGrpSpPr>
          <p:grpSpPr>
            <a:xfrm>
              <a:off x="1599917" y="5201098"/>
              <a:ext cx="1135401" cy="449251"/>
              <a:chOff x="4451258" y="4631650"/>
              <a:chExt cx="680866" cy="273180"/>
            </a:xfrm>
          </p:grpSpPr>
          <p:sp>
            <p:nvSpPr>
              <p:cNvPr id="99" name="Rectangle: Rounded Corners 98">
                <a:extLst>
                  <a:ext uri="{FF2B5EF4-FFF2-40B4-BE49-F238E27FC236}">
                    <a16:creationId xmlns:a16="http://schemas.microsoft.com/office/drawing/2014/main" id="{ECAB761C-6ED0-D4F7-11FD-C55C228802DA}"/>
                  </a:ext>
                </a:extLst>
              </p:cNvPr>
              <p:cNvSpPr/>
              <p:nvPr/>
            </p:nvSpPr>
            <p:spPr>
              <a:xfrm>
                <a:off x="4451258" y="4631650"/>
                <a:ext cx="662697" cy="273180"/>
              </a:xfrm>
              <a:prstGeom prst="roundRect">
                <a:avLst>
                  <a:gd name="adj" fmla="val 48177"/>
                </a:avLst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44000">
                    <a:srgbClr val="B85410"/>
                  </a:gs>
                  <a:gs pos="97000">
                    <a:srgbClr val="74350A"/>
                  </a:gs>
                </a:gsLst>
                <a:path path="circle">
                  <a:fillToRect l="50000" t="50000" r="50000" b="50000"/>
                </a:path>
                <a:tileRect/>
              </a:gradFill>
              <a:ln w="6350" cap="sq" cmpd="dbl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21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Candara" panose="020E0502030303020204" pitchFamily="34" charset="0"/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1143C86-EAA8-A223-BB5F-BB982DA6A408}"/>
                  </a:ext>
                </a:extLst>
              </p:cNvPr>
              <p:cNvSpPr txBox="1"/>
              <p:nvPr/>
            </p:nvSpPr>
            <p:spPr>
              <a:xfrm>
                <a:off x="4469427" y="4685119"/>
                <a:ext cx="662697" cy="121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700" spc="200" dirty="0">
                    <a:solidFill>
                      <a:schemeClr val="bg1">
                        <a:lumMod val="9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INTRODUCTION</a:t>
                </a:r>
              </a:p>
            </p:txBody>
          </p:sp>
        </p:grp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E2DE94F-5FCF-442D-2149-B22A48B47CF4}"/>
                </a:ext>
              </a:extLst>
            </p:cNvPr>
            <p:cNvSpPr txBox="1"/>
            <p:nvPr/>
          </p:nvSpPr>
          <p:spPr>
            <a:xfrm>
              <a:off x="1735062" y="5391510"/>
              <a:ext cx="8348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+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6D4ECFC-57C6-7A04-9A4B-AD5D77F1152C}"/>
              </a:ext>
            </a:extLst>
          </p:cNvPr>
          <p:cNvSpPr txBox="1"/>
          <p:nvPr/>
        </p:nvSpPr>
        <p:spPr>
          <a:xfrm>
            <a:off x="5478809" y="1406377"/>
            <a:ext cx="13010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Module: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A2BB8B-A681-FA83-1351-814F44E7EA9B}"/>
              </a:ext>
            </a:extLst>
          </p:cNvPr>
          <p:cNvSpPr txBox="1"/>
          <p:nvPr/>
        </p:nvSpPr>
        <p:spPr>
          <a:xfrm>
            <a:off x="2051077" y="1728608"/>
            <a:ext cx="747416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SET TIMES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F93E190-9C81-4EA6-AC9A-E3731BF7AB38}"/>
              </a:ext>
            </a:extLst>
          </p:cNvPr>
          <p:cNvSpPr/>
          <p:nvPr/>
        </p:nvSpPr>
        <p:spPr>
          <a:xfrm>
            <a:off x="5930725" y="1762006"/>
            <a:ext cx="357036" cy="312954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9449AC2-3830-1FB9-E692-0A790A562D00}"/>
              </a:ext>
            </a:extLst>
          </p:cNvPr>
          <p:cNvGrpSpPr/>
          <p:nvPr/>
        </p:nvGrpSpPr>
        <p:grpSpPr>
          <a:xfrm>
            <a:off x="774908" y="1908137"/>
            <a:ext cx="2827314" cy="263798"/>
            <a:chOff x="1127241" y="4388788"/>
            <a:chExt cx="2827314" cy="263798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FF6C43A-2CC0-42AB-8602-D9BAFA036974}"/>
                </a:ext>
              </a:extLst>
            </p:cNvPr>
            <p:cNvCxnSpPr>
              <a:cxnSpLocks/>
            </p:cNvCxnSpPr>
            <p:nvPr/>
          </p:nvCxnSpPr>
          <p:spPr>
            <a:xfrm>
              <a:off x="1127241" y="4519296"/>
              <a:ext cx="2827314" cy="3971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chemeClr val="accent3">
                      <a:lumMod val="89000"/>
                    </a:schemeClr>
                  </a:gs>
                  <a:gs pos="23000">
                    <a:schemeClr val="accent3">
                      <a:lumMod val="89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D6331C03-EF17-335E-2E89-7A16BCC76AAC}"/>
                </a:ext>
              </a:extLst>
            </p:cNvPr>
            <p:cNvSpPr/>
            <p:nvPr/>
          </p:nvSpPr>
          <p:spPr>
            <a:xfrm>
              <a:off x="3412184" y="4388788"/>
              <a:ext cx="107946" cy="263798"/>
            </a:xfrm>
            <a:prstGeom prst="roundRect">
              <a:avLst>
                <a:gd name="adj" fmla="val 48735"/>
              </a:avLst>
            </a:pr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50000"/>
                  </a:schemeClr>
                </a:gs>
                <a:gs pos="97000">
                  <a:schemeClr val="accent2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5E7F183-BDB0-A344-9CDD-0831743F6E79}"/>
              </a:ext>
            </a:extLst>
          </p:cNvPr>
          <p:cNvGrpSpPr/>
          <p:nvPr/>
        </p:nvGrpSpPr>
        <p:grpSpPr>
          <a:xfrm>
            <a:off x="3730980" y="1937950"/>
            <a:ext cx="521603" cy="209331"/>
            <a:chOff x="592692" y="1937951"/>
            <a:chExt cx="521603" cy="209331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6FFE9B6-4EA2-FC55-2476-8363A16E27E5}"/>
                </a:ext>
              </a:extLst>
            </p:cNvPr>
            <p:cNvSpPr txBox="1"/>
            <p:nvPr/>
          </p:nvSpPr>
          <p:spPr>
            <a:xfrm>
              <a:off x="592692" y="1947155"/>
              <a:ext cx="521603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1600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F1B05560-E53D-E849-8329-CC93FCB95B85}"/>
                </a:ext>
              </a:extLst>
            </p:cNvPr>
            <p:cNvSpPr/>
            <p:nvPr/>
          </p:nvSpPr>
          <p:spPr>
            <a:xfrm>
              <a:off x="654422" y="1937951"/>
              <a:ext cx="400945" cy="209331"/>
            </a:xfrm>
            <a:prstGeom prst="roundRect">
              <a:avLst>
                <a:gd name="adj" fmla="val 50000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latin typeface="Candara" panose="020E0502030303020204" pitchFamily="34" charset="0"/>
              </a:endParaRPr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1FE6735-9C32-409C-DAB3-B090DAB1BBD1}"/>
              </a:ext>
            </a:extLst>
          </p:cNvPr>
          <p:cNvCxnSpPr>
            <a:cxnSpLocks/>
          </p:cNvCxnSpPr>
          <p:nvPr/>
        </p:nvCxnSpPr>
        <p:spPr>
          <a:xfrm flipH="1">
            <a:off x="6372225" y="2261256"/>
            <a:ext cx="5819775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DD0FDE88-6993-7176-E9F6-387014295707}"/>
              </a:ext>
            </a:extLst>
          </p:cNvPr>
          <p:cNvSpPr txBox="1"/>
          <p:nvPr/>
        </p:nvSpPr>
        <p:spPr>
          <a:xfrm>
            <a:off x="6310320" y="2417074"/>
            <a:ext cx="11721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7337D9A-36A2-9865-F94F-5E5F5EF03827}"/>
              </a:ext>
            </a:extLst>
          </p:cNvPr>
          <p:cNvSpPr txBox="1"/>
          <p:nvPr/>
        </p:nvSpPr>
        <p:spPr>
          <a:xfrm>
            <a:off x="7803159" y="2417074"/>
            <a:ext cx="11721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TOPICS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5190672-A516-5308-7AF2-9FF57918428E}"/>
              </a:ext>
            </a:extLst>
          </p:cNvPr>
          <p:cNvSpPr txBox="1"/>
          <p:nvPr/>
        </p:nvSpPr>
        <p:spPr>
          <a:xfrm>
            <a:off x="6248210" y="2676969"/>
            <a:ext cx="1172164" cy="177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INTRODUCTION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89D3417-7A32-4F8B-E9F4-FD835E88901A}"/>
              </a:ext>
            </a:extLst>
          </p:cNvPr>
          <p:cNvSpPr txBox="1"/>
          <p:nvPr/>
        </p:nvSpPr>
        <p:spPr>
          <a:xfrm>
            <a:off x="7803159" y="3154050"/>
            <a:ext cx="11721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200" dirty="0">
                <a:solidFill>
                  <a:schemeClr val="bg2">
                    <a:lumMod val="2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SUBTOPICS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4B31CE3-938B-7530-C868-1EE348FDCF7C}"/>
              </a:ext>
            </a:extLst>
          </p:cNvPr>
          <p:cNvGrpSpPr/>
          <p:nvPr/>
        </p:nvGrpSpPr>
        <p:grpSpPr>
          <a:xfrm>
            <a:off x="7821603" y="2641087"/>
            <a:ext cx="3461431" cy="348818"/>
            <a:chOff x="7986703" y="2660139"/>
            <a:chExt cx="1394324" cy="240032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19BEE456-7A73-BBBB-8291-61B0ABB7B3D9}"/>
                </a:ext>
              </a:extLst>
            </p:cNvPr>
            <p:cNvSpPr/>
            <p:nvPr/>
          </p:nvSpPr>
          <p:spPr>
            <a:xfrm>
              <a:off x="7986703" y="2660139"/>
              <a:ext cx="1171533" cy="186213"/>
            </a:xfrm>
            <a:prstGeom prst="roundRect">
              <a:avLst>
                <a:gd name="adj" fmla="val 48177"/>
              </a:avLst>
            </a:prstGeom>
            <a:noFill/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27B664B-5721-C026-6C4C-4CC824DEE3E8}"/>
                </a:ext>
              </a:extLst>
            </p:cNvPr>
            <p:cNvSpPr txBox="1"/>
            <p:nvPr/>
          </p:nvSpPr>
          <p:spPr>
            <a:xfrm>
              <a:off x="9039340" y="2669339"/>
              <a:ext cx="34168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+</a:t>
              </a:r>
            </a:p>
          </p:txBody>
        </p:sp>
      </p:grp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7A6E379F-B98D-AD0E-FDDD-065C6C5138AF}"/>
              </a:ext>
            </a:extLst>
          </p:cNvPr>
          <p:cNvCxnSpPr>
            <a:cxnSpLocks/>
          </p:cNvCxnSpPr>
          <p:nvPr/>
        </p:nvCxnSpPr>
        <p:spPr>
          <a:xfrm flipV="1">
            <a:off x="6100617" y="2470129"/>
            <a:ext cx="0" cy="284210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EDC09A5E-F66C-495C-0F27-2A86BC77C31D}"/>
              </a:ext>
            </a:extLst>
          </p:cNvPr>
          <p:cNvSpPr txBox="1"/>
          <p:nvPr/>
        </p:nvSpPr>
        <p:spPr>
          <a:xfrm>
            <a:off x="765694" y="1504757"/>
            <a:ext cx="33975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OUTLINE TIMETABLE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80AD9EA-DB1E-7003-6364-2F1597A05CCB}"/>
              </a:ext>
            </a:extLst>
          </p:cNvPr>
          <p:cNvSpPr txBox="1"/>
          <p:nvPr/>
        </p:nvSpPr>
        <p:spPr>
          <a:xfrm>
            <a:off x="7692390" y="1568828"/>
            <a:ext cx="33975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ADD TOPICS &amp; SUBTOPICS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DDF3130-96C5-43BB-5BAF-5787F9E9D131}"/>
              </a:ext>
            </a:extLst>
          </p:cNvPr>
          <p:cNvSpPr txBox="1"/>
          <p:nvPr/>
        </p:nvSpPr>
        <p:spPr>
          <a:xfrm>
            <a:off x="7071423" y="1968140"/>
            <a:ext cx="747416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6E2C503E-BB65-57BD-39F4-D7EA6F57A810}"/>
              </a:ext>
            </a:extLst>
          </p:cNvPr>
          <p:cNvSpPr/>
          <p:nvPr/>
        </p:nvSpPr>
        <p:spPr>
          <a:xfrm>
            <a:off x="7847765" y="1937752"/>
            <a:ext cx="2879423" cy="301159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latin typeface="Candara" panose="020E0502030303020204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6121435-A999-B5D2-77D7-035BE752B4BA}"/>
              </a:ext>
            </a:extLst>
          </p:cNvPr>
          <p:cNvSpPr txBox="1"/>
          <p:nvPr/>
        </p:nvSpPr>
        <p:spPr>
          <a:xfrm>
            <a:off x="11352164" y="2472402"/>
            <a:ext cx="11721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LO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7D996611-DF00-D3E4-3939-6B0B0B999EAA}"/>
              </a:ext>
            </a:extLst>
          </p:cNvPr>
          <p:cNvGrpSpPr/>
          <p:nvPr/>
        </p:nvGrpSpPr>
        <p:grpSpPr>
          <a:xfrm>
            <a:off x="11052839" y="2728578"/>
            <a:ext cx="963741" cy="105504"/>
            <a:chOff x="9986141" y="3579811"/>
            <a:chExt cx="963741" cy="105504"/>
          </a:xfrm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E6785C1C-1578-AECD-40BC-3485963DD453}"/>
                </a:ext>
              </a:extLst>
            </p:cNvPr>
            <p:cNvSpPr/>
            <p:nvPr/>
          </p:nvSpPr>
          <p:spPr>
            <a:xfrm>
              <a:off x="9986141" y="3579811"/>
              <a:ext cx="149705" cy="105504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44000">
                  <a:srgbClr val="B85410"/>
                </a:gs>
                <a:gs pos="97000">
                  <a:srgbClr val="74350A"/>
                </a:gs>
              </a:gsLst>
              <a:path path="circle">
                <a:fillToRect l="50000" t="50000" r="50000" b="50000"/>
              </a:path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66D4532A-E3AA-53E6-7BD9-747491196E97}"/>
                </a:ext>
              </a:extLst>
            </p:cNvPr>
            <p:cNvSpPr/>
            <p:nvPr/>
          </p:nvSpPr>
          <p:spPr>
            <a:xfrm>
              <a:off x="10193225" y="3579811"/>
              <a:ext cx="149705" cy="105504"/>
            </a:xfrm>
            <a:prstGeom prst="roundRect">
              <a:avLst>
                <a:gd name="adj" fmla="val 48177"/>
              </a:avLst>
            </a:prstGeom>
            <a:noFill/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492C7C8F-1F5F-3458-E6DC-3C7096FFD12D}"/>
                </a:ext>
              </a:extLst>
            </p:cNvPr>
            <p:cNvSpPr/>
            <p:nvPr/>
          </p:nvSpPr>
          <p:spPr>
            <a:xfrm>
              <a:off x="10395265" y="3579811"/>
              <a:ext cx="149705" cy="105504"/>
            </a:xfrm>
            <a:prstGeom prst="roundRect">
              <a:avLst>
                <a:gd name="adj" fmla="val 48177"/>
              </a:avLst>
            </a:prstGeom>
            <a:noFill/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32" name="Rectangle: Rounded Corners 131">
              <a:extLst>
                <a:ext uri="{FF2B5EF4-FFF2-40B4-BE49-F238E27FC236}">
                  <a16:creationId xmlns:a16="http://schemas.microsoft.com/office/drawing/2014/main" id="{BF4AB333-0404-2D3B-1EAC-004C858725B2}"/>
                </a:ext>
              </a:extLst>
            </p:cNvPr>
            <p:cNvSpPr/>
            <p:nvPr/>
          </p:nvSpPr>
          <p:spPr>
            <a:xfrm>
              <a:off x="10800177" y="3579811"/>
              <a:ext cx="149705" cy="105504"/>
            </a:xfrm>
            <a:prstGeom prst="roundRect">
              <a:avLst>
                <a:gd name="adj" fmla="val 48177"/>
              </a:avLst>
            </a:prstGeom>
            <a:noFill/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33" name="Rectangle: Rounded Corners 132">
              <a:extLst>
                <a:ext uri="{FF2B5EF4-FFF2-40B4-BE49-F238E27FC236}">
                  <a16:creationId xmlns:a16="http://schemas.microsoft.com/office/drawing/2014/main" id="{D5760CDD-DC77-7E58-4341-46D5C47D4A66}"/>
                </a:ext>
              </a:extLst>
            </p:cNvPr>
            <p:cNvSpPr/>
            <p:nvPr/>
          </p:nvSpPr>
          <p:spPr>
            <a:xfrm>
              <a:off x="10597721" y="3579811"/>
              <a:ext cx="149705" cy="105504"/>
            </a:xfrm>
            <a:prstGeom prst="roundRect">
              <a:avLst>
                <a:gd name="adj" fmla="val 48177"/>
              </a:avLst>
            </a:prstGeom>
            <a:noFill/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105F4521-7F12-2F51-29D1-DB5C26160459}"/>
              </a:ext>
            </a:extLst>
          </p:cNvPr>
          <p:cNvGrpSpPr/>
          <p:nvPr/>
        </p:nvGrpSpPr>
        <p:grpSpPr>
          <a:xfrm>
            <a:off x="7844239" y="3446617"/>
            <a:ext cx="3461431" cy="348818"/>
            <a:chOff x="7986703" y="2660139"/>
            <a:chExt cx="1394324" cy="240032"/>
          </a:xfrm>
        </p:grpSpPr>
        <p:sp>
          <p:nvSpPr>
            <p:cNvPr id="136" name="Rectangle: Rounded Corners 135">
              <a:extLst>
                <a:ext uri="{FF2B5EF4-FFF2-40B4-BE49-F238E27FC236}">
                  <a16:creationId xmlns:a16="http://schemas.microsoft.com/office/drawing/2014/main" id="{7453E329-EB6C-B9B2-89D9-57E9659FDA4F}"/>
                </a:ext>
              </a:extLst>
            </p:cNvPr>
            <p:cNvSpPr/>
            <p:nvPr/>
          </p:nvSpPr>
          <p:spPr>
            <a:xfrm>
              <a:off x="7986703" y="2660139"/>
              <a:ext cx="1171533" cy="186213"/>
            </a:xfrm>
            <a:prstGeom prst="roundRect">
              <a:avLst>
                <a:gd name="adj" fmla="val 48177"/>
              </a:avLst>
            </a:prstGeom>
            <a:noFill/>
            <a:ln w="6350" cap="sq" cmpd="dbl">
              <a:solidFill>
                <a:schemeClr val="bg2">
                  <a:lumMod val="2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E080AEF3-262D-8C05-2A53-8ECC48A5B4C2}"/>
                </a:ext>
              </a:extLst>
            </p:cNvPr>
            <p:cNvSpPr txBox="1"/>
            <p:nvPr/>
          </p:nvSpPr>
          <p:spPr>
            <a:xfrm>
              <a:off x="9039340" y="2669339"/>
              <a:ext cx="34168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+</a:t>
              </a:r>
            </a:p>
          </p:txBody>
        </p: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FCB16DDC-666D-8B7C-EA76-DCE9E21A86DD}"/>
              </a:ext>
            </a:extLst>
          </p:cNvPr>
          <p:cNvSpPr txBox="1"/>
          <p:nvPr/>
        </p:nvSpPr>
        <p:spPr>
          <a:xfrm>
            <a:off x="6283324" y="5164883"/>
            <a:ext cx="13201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00" spc="200" dirty="0">
                <a:solidFill>
                  <a:srgbClr val="00FF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1. </a:t>
            </a:r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INTRODUCTION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EE4FA0-E3DC-AEE3-F565-7FC1D576F994}"/>
              </a:ext>
            </a:extLst>
          </p:cNvPr>
          <p:cNvSpPr txBox="1"/>
          <p:nvPr/>
        </p:nvSpPr>
        <p:spPr>
          <a:xfrm>
            <a:off x="7909923" y="5155833"/>
            <a:ext cx="13201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spc="200" dirty="0">
                <a:solidFill>
                  <a:srgbClr val="00FF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1.1</a:t>
            </a:r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Registration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604DA60-5F98-420D-B71A-3F21EF2C6478}"/>
              </a:ext>
            </a:extLst>
          </p:cNvPr>
          <p:cNvSpPr txBox="1"/>
          <p:nvPr/>
        </p:nvSpPr>
        <p:spPr>
          <a:xfrm>
            <a:off x="9632673" y="5178710"/>
            <a:ext cx="1674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spc="200" dirty="0">
                <a:solidFill>
                  <a:srgbClr val="00FF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1.1.1</a:t>
            </a:r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Issue Name Badges</a:t>
            </a:r>
          </a:p>
          <a:p>
            <a:r>
              <a:rPr lang="en-GB" sz="700" spc="200" dirty="0">
                <a:solidFill>
                  <a:srgbClr val="00FF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1.1.2</a:t>
            </a:r>
            <a:r>
              <a:rPr lang="en-GB" sz="7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Issue Workbooks</a:t>
            </a:r>
          </a:p>
        </p:txBody>
      </p:sp>
    </p:spTree>
    <p:extLst>
      <p:ext uri="{BB962C8B-B14F-4D97-AF65-F5344CB8AC3E}">
        <p14:creationId xmlns:p14="http://schemas.microsoft.com/office/powerpoint/2010/main" val="3760332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16C14-E3FA-CFDE-D00F-1F860901F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9EE4C8A-73AE-D880-3C83-7C35F1919124}"/>
              </a:ext>
            </a:extLst>
          </p:cNvPr>
          <p:cNvSpPr txBox="1"/>
          <p:nvPr/>
        </p:nvSpPr>
        <p:spPr>
          <a:xfrm>
            <a:off x="5201053" y="6609719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248B6D-5D02-94A7-04B8-D0B0242278B5}"/>
              </a:ext>
            </a:extLst>
          </p:cNvPr>
          <p:cNvSpPr txBox="1"/>
          <p:nvPr/>
        </p:nvSpPr>
        <p:spPr>
          <a:xfrm>
            <a:off x="10312891" y="28115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2113AC-DFED-3705-868B-C40EA69062CE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84A992C-1AE0-7EBF-E2AC-F0E27B68AE80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114C1BB-D1D9-CA07-32E3-DC9873788B6E}"/>
              </a:ext>
            </a:extLst>
          </p:cNvPr>
          <p:cNvGrpSpPr/>
          <p:nvPr/>
        </p:nvGrpSpPr>
        <p:grpSpPr>
          <a:xfrm>
            <a:off x="124618" y="6602699"/>
            <a:ext cx="7567772" cy="169277"/>
            <a:chOff x="124618" y="6578595"/>
            <a:chExt cx="7567772" cy="16927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72539A6-05DE-92C7-7375-9FCF2B143387}"/>
                </a:ext>
              </a:extLst>
            </p:cNvPr>
            <p:cNvSpPr txBox="1"/>
            <p:nvPr/>
          </p:nvSpPr>
          <p:spPr>
            <a:xfrm>
              <a:off x="124618" y="6578595"/>
              <a:ext cx="7567772" cy="16927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OWNER: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MATTHEW DODDS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START DATE: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24/11/25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STATUS: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DEVELOPMENT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PROGRESS: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15</a:t>
              </a:r>
              <a:r>
                <a:rPr lang="en-GB" sz="500" spc="3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%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496BE83-8E1F-AC57-085F-08C94C3BE648}"/>
                </a:ext>
              </a:extLst>
            </p:cNvPr>
            <p:cNvGrpSpPr/>
            <p:nvPr/>
          </p:nvGrpSpPr>
          <p:grpSpPr>
            <a:xfrm>
              <a:off x="4385911" y="6657218"/>
              <a:ext cx="602024" cy="2379"/>
              <a:chOff x="5931409" y="6657218"/>
              <a:chExt cx="602024" cy="2379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EF30659-BFF5-84BB-9A90-BEE53A6007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1409" y="6659597"/>
                <a:ext cx="602024" cy="0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E56BBF5-6F5D-C970-D0EF-C74FE2BE3B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8789" y="6657218"/>
                <a:ext cx="255069" cy="0"/>
              </a:xfrm>
              <a:prstGeom prst="line">
                <a:avLst/>
              </a:prstGeom>
              <a:ln w="6350">
                <a:solidFill>
                  <a:schemeClr val="accent2">
                    <a:lumMod val="75000"/>
                  </a:schemeClr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6CADFC1-93B8-2188-AD0D-FDF09B58AA20}"/>
              </a:ext>
            </a:extLst>
          </p:cNvPr>
          <p:cNvGrpSpPr/>
          <p:nvPr/>
        </p:nvGrpSpPr>
        <p:grpSpPr>
          <a:xfrm>
            <a:off x="11356731" y="6262511"/>
            <a:ext cx="662697" cy="205404"/>
            <a:chOff x="4451258" y="4630747"/>
            <a:chExt cx="662697" cy="274083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3A12EE4A-DE6B-597D-9087-521A00703378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6040F82-4833-37BC-77DB-75560EFE936F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C216214-1C60-4BBA-CC81-DD153D102DEC}"/>
              </a:ext>
            </a:extLst>
          </p:cNvPr>
          <p:cNvGrpSpPr/>
          <p:nvPr/>
        </p:nvGrpSpPr>
        <p:grpSpPr>
          <a:xfrm>
            <a:off x="9822459" y="6262506"/>
            <a:ext cx="706140" cy="204727"/>
            <a:chOff x="4451258" y="4631650"/>
            <a:chExt cx="706140" cy="273180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7D3724AB-F540-9E44-F423-F8AE7A4592DB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62D4969-F92E-89DB-ED57-33B21E81098E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9117ADF-A573-8952-0F55-F2E0B54E47FD}"/>
              </a:ext>
            </a:extLst>
          </p:cNvPr>
          <p:cNvGrpSpPr/>
          <p:nvPr/>
        </p:nvGrpSpPr>
        <p:grpSpPr>
          <a:xfrm>
            <a:off x="10594937" y="6262506"/>
            <a:ext cx="691564" cy="204727"/>
            <a:chOff x="4451258" y="4631650"/>
            <a:chExt cx="691564" cy="273180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C78928C0-990A-50C5-E149-01D6020B8A58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1E47E31-9D62-FF2F-6123-3A7736EA8664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3BF7244B-A97D-89FB-54FA-577A03314956}"/>
              </a:ext>
            </a:extLst>
          </p:cNvPr>
          <p:cNvSpPr/>
          <p:nvPr/>
        </p:nvSpPr>
        <p:spPr>
          <a:xfrm>
            <a:off x="3430302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DFAA2D1-89E0-BC50-4690-570187A85C3F}"/>
              </a:ext>
            </a:extLst>
          </p:cNvPr>
          <p:cNvSpPr txBox="1"/>
          <p:nvPr/>
        </p:nvSpPr>
        <p:spPr>
          <a:xfrm>
            <a:off x="4757647" y="5728609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F82DC8-5862-1394-F07F-077F5520AC89}"/>
              </a:ext>
            </a:extLst>
          </p:cNvPr>
          <p:cNvSpPr txBox="1"/>
          <p:nvPr/>
        </p:nvSpPr>
        <p:spPr>
          <a:xfrm>
            <a:off x="2425753" y="324317"/>
            <a:ext cx="7161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2F2629E-A23F-330B-AABE-11639DCDBC68}"/>
              </a:ext>
            </a:extLst>
          </p:cNvPr>
          <p:cNvCxnSpPr>
            <a:cxnSpLocks/>
          </p:cNvCxnSpPr>
          <p:nvPr/>
        </p:nvCxnSpPr>
        <p:spPr>
          <a:xfrm>
            <a:off x="0" y="929392"/>
            <a:ext cx="1210224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72018C09-82D7-DD1E-2D0B-7DA1BE42E257}"/>
              </a:ext>
            </a:extLst>
          </p:cNvPr>
          <p:cNvGrpSpPr/>
          <p:nvPr/>
        </p:nvGrpSpPr>
        <p:grpSpPr>
          <a:xfrm>
            <a:off x="749673" y="6000752"/>
            <a:ext cx="583133" cy="525190"/>
            <a:chOff x="3873761" y="1419470"/>
            <a:chExt cx="4580014" cy="401906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0D3F746-180A-B547-20EF-F9B3D8DC2D45}"/>
                </a:ext>
              </a:extLst>
            </p:cNvPr>
            <p:cNvGrpSpPr/>
            <p:nvPr/>
          </p:nvGrpSpPr>
          <p:grpSpPr>
            <a:xfrm>
              <a:off x="3873761" y="1419470"/>
              <a:ext cx="4580014" cy="4019060"/>
              <a:chOff x="3430511" y="1067290"/>
              <a:chExt cx="5466513" cy="4990025"/>
            </a:xfrm>
          </p:grpSpPr>
          <p:sp>
            <p:nvSpPr>
              <p:cNvPr id="23" name="Circle: Hollow 22">
                <a:extLst>
                  <a:ext uri="{FF2B5EF4-FFF2-40B4-BE49-F238E27FC236}">
                    <a16:creationId xmlns:a16="http://schemas.microsoft.com/office/drawing/2014/main" id="{FD59ECEB-A3AE-358A-FCCF-80D5BBD07B78}"/>
                  </a:ext>
                </a:extLst>
              </p:cNvPr>
              <p:cNvSpPr/>
              <p:nvPr/>
            </p:nvSpPr>
            <p:spPr>
              <a:xfrm>
                <a:off x="3943082" y="1512700"/>
                <a:ext cx="4441371" cy="4085929"/>
              </a:xfrm>
              <a:prstGeom prst="donut">
                <a:avLst>
                  <a:gd name="adj" fmla="val 3672"/>
                </a:avLst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69000">
                    <a:srgbClr val="D65700"/>
                  </a:gs>
                  <a:gs pos="13000">
                    <a:srgbClr val="957D3B"/>
                  </a:gs>
                  <a:gs pos="31000">
                    <a:schemeClr val="bg1">
                      <a:lumMod val="8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D7F21536-224B-C6E1-BFB9-B715CAF14EDC}"/>
                  </a:ext>
                </a:extLst>
              </p:cNvPr>
              <p:cNvSpPr/>
              <p:nvPr/>
            </p:nvSpPr>
            <p:spPr>
              <a:xfrm>
                <a:off x="6024571" y="1067290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Isosceles Triangle 33">
                <a:extLst>
                  <a:ext uri="{FF2B5EF4-FFF2-40B4-BE49-F238E27FC236}">
                    <a16:creationId xmlns:a16="http://schemas.microsoft.com/office/drawing/2014/main" id="{C0886295-238E-9D2C-C78B-BF2911444713}"/>
                  </a:ext>
                </a:extLst>
              </p:cNvPr>
              <p:cNvSpPr/>
              <p:nvPr/>
            </p:nvSpPr>
            <p:spPr>
              <a:xfrm rot="16200000">
                <a:off x="3520999" y="3307692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Isosceles Triangle 34">
                <a:extLst>
                  <a:ext uri="{FF2B5EF4-FFF2-40B4-BE49-F238E27FC236}">
                    <a16:creationId xmlns:a16="http://schemas.microsoft.com/office/drawing/2014/main" id="{0839C60F-F7CF-A998-34D0-BD582E79758D}"/>
                  </a:ext>
                </a:extLst>
              </p:cNvPr>
              <p:cNvSpPr/>
              <p:nvPr/>
            </p:nvSpPr>
            <p:spPr>
              <a:xfrm rot="10800000">
                <a:off x="6070046" y="5666790"/>
                <a:ext cx="209549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84698107-5398-B595-1F23-282C12FF4A76}"/>
                  </a:ext>
                </a:extLst>
              </p:cNvPr>
              <p:cNvSpPr/>
              <p:nvPr/>
            </p:nvSpPr>
            <p:spPr>
              <a:xfrm rot="5400000" flipH="1">
                <a:off x="8596987" y="3309546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DE745A6-33DC-3286-1517-802DC3270D30}"/>
                </a:ext>
              </a:extLst>
            </p:cNvPr>
            <p:cNvGrpSpPr/>
            <p:nvPr/>
          </p:nvGrpSpPr>
          <p:grpSpPr>
            <a:xfrm>
              <a:off x="6126173" y="2002372"/>
              <a:ext cx="42282" cy="1260053"/>
              <a:chOff x="6151571" y="2061636"/>
              <a:chExt cx="42282" cy="1260053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F4F54825-B05F-2092-8198-1902C59671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3853" y="2061636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B57F8413-FD4A-9256-72FC-C7DD60D516DE}"/>
                  </a:ext>
                </a:extLst>
              </p:cNvPr>
              <p:cNvCxnSpPr/>
              <p:nvPr/>
            </p:nvCxnSpPr>
            <p:spPr>
              <a:xfrm>
                <a:off x="6151571" y="2120378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453D2F3-9759-BA75-F15D-C7F184802F25}"/>
                </a:ext>
              </a:extLst>
            </p:cNvPr>
            <p:cNvGrpSpPr/>
            <p:nvPr/>
          </p:nvGrpSpPr>
          <p:grpSpPr>
            <a:xfrm rot="5400000">
              <a:off x="7238918" y="2848753"/>
              <a:ext cx="33798" cy="1109945"/>
              <a:chOff x="6143827" y="2052647"/>
              <a:chExt cx="28909" cy="1244165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27370844-6AA5-57E3-CA58-4D757D5EF534}"/>
                  </a:ext>
                </a:extLst>
              </p:cNvPr>
              <p:cNvCxnSpPr/>
              <p:nvPr/>
            </p:nvCxnSpPr>
            <p:spPr>
              <a:xfrm>
                <a:off x="6143827" y="2095501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E7ABFC4F-48FE-B338-1B84-6066DC3D3639}"/>
                  </a:ext>
                </a:extLst>
              </p:cNvPr>
              <p:cNvCxnSpPr/>
              <p:nvPr/>
            </p:nvCxnSpPr>
            <p:spPr>
              <a:xfrm>
                <a:off x="6172736" y="2052647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91E4F65-1623-C2C2-F5F9-7AB3C69FEC0C}"/>
                </a:ext>
              </a:extLst>
            </p:cNvPr>
            <p:cNvGrpSpPr/>
            <p:nvPr/>
          </p:nvGrpSpPr>
          <p:grpSpPr>
            <a:xfrm rot="5400000" flipH="1" flipV="1">
              <a:off x="5002502" y="2831853"/>
              <a:ext cx="33798" cy="1109945"/>
              <a:chOff x="6143827" y="2052647"/>
              <a:chExt cx="28909" cy="1244165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DFE0654-DA96-263D-89FC-625105AD27EC}"/>
                  </a:ext>
                </a:extLst>
              </p:cNvPr>
              <p:cNvCxnSpPr/>
              <p:nvPr/>
            </p:nvCxnSpPr>
            <p:spPr>
              <a:xfrm>
                <a:off x="6143827" y="2095501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1B2E3BBE-E4B6-4DCC-6B6B-BB817DF2C1D1}"/>
                  </a:ext>
                </a:extLst>
              </p:cNvPr>
              <p:cNvCxnSpPr/>
              <p:nvPr/>
            </p:nvCxnSpPr>
            <p:spPr>
              <a:xfrm>
                <a:off x="6172736" y="2052647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8F09030D-D49D-138F-4CFA-F4062FC7C88E}"/>
                </a:ext>
              </a:extLst>
            </p:cNvPr>
            <p:cNvGrpSpPr/>
            <p:nvPr/>
          </p:nvGrpSpPr>
          <p:grpSpPr>
            <a:xfrm flipH="1" flipV="1">
              <a:off x="6138873" y="3583522"/>
              <a:ext cx="42282" cy="1260053"/>
              <a:chOff x="6151571" y="2061636"/>
              <a:chExt cx="42282" cy="1260053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0B3C2D30-C753-2CD8-BBEE-C0838A52CA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3853" y="2061636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5CF75104-E067-5C7C-C947-4C000026838B}"/>
                  </a:ext>
                </a:extLst>
              </p:cNvPr>
              <p:cNvCxnSpPr/>
              <p:nvPr/>
            </p:nvCxnSpPr>
            <p:spPr>
              <a:xfrm>
                <a:off x="6151571" y="2120378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86DC47C-56AC-4650-4D1A-EA2A0A8B75D1}"/>
              </a:ext>
            </a:extLst>
          </p:cNvPr>
          <p:cNvGrpSpPr/>
          <p:nvPr/>
        </p:nvGrpSpPr>
        <p:grpSpPr>
          <a:xfrm>
            <a:off x="243232" y="145824"/>
            <a:ext cx="707659" cy="693692"/>
            <a:chOff x="3923641" y="1771650"/>
            <a:chExt cx="3072140" cy="31209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BFACAAA-4A56-2139-3B2C-4D8D9BFF4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3641" y="1771650"/>
              <a:ext cx="3072140" cy="3120904"/>
            </a:xfrm>
            <a:prstGeom prst="ellipse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1C63B80-8C14-DD6E-8F62-768847067F5A}"/>
                </a:ext>
              </a:extLst>
            </p:cNvPr>
            <p:cNvSpPr/>
            <p:nvPr/>
          </p:nvSpPr>
          <p:spPr>
            <a:xfrm>
              <a:off x="3923641" y="1790699"/>
              <a:ext cx="3072140" cy="3092329"/>
            </a:xfrm>
            <a:prstGeom prst="ellipse">
              <a:avLst/>
            </a:prstGeom>
            <a:noFill/>
            <a:ln w="5397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bg2">
                      <a:lumMod val="10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66DCC3-4105-8C8D-4BDA-0C5A2FA1900B}"/>
              </a:ext>
            </a:extLst>
          </p:cNvPr>
          <p:cNvGrpSpPr/>
          <p:nvPr/>
        </p:nvGrpSpPr>
        <p:grpSpPr>
          <a:xfrm>
            <a:off x="76100" y="6071647"/>
            <a:ext cx="701147" cy="401282"/>
            <a:chOff x="267137" y="5961402"/>
            <a:chExt cx="701147" cy="401282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A89FB65-75CD-C9B2-5C32-5334317821F4}"/>
                </a:ext>
              </a:extLst>
            </p:cNvPr>
            <p:cNvSpPr/>
            <p:nvPr/>
          </p:nvSpPr>
          <p:spPr>
            <a:xfrm>
              <a:off x="362449" y="5961402"/>
              <a:ext cx="483011" cy="401282"/>
            </a:xfrm>
            <a:prstGeom prst="ellipse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166DD3C-C746-EEFC-A966-87C5B9CBBA05}"/>
                </a:ext>
              </a:extLst>
            </p:cNvPr>
            <p:cNvSpPr txBox="1"/>
            <p:nvPr/>
          </p:nvSpPr>
          <p:spPr>
            <a:xfrm>
              <a:off x="267137" y="6080077"/>
              <a:ext cx="701147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" spc="200" dirty="0">
                  <a:solidFill>
                    <a:schemeClr val="bg1">
                      <a:lumMod val="6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ANALYTICS</a:t>
              </a:r>
              <a:endParaRPr lang="en-GB" sz="8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0B469E6-50D8-8399-AA6B-5C3A10E51134}"/>
              </a:ext>
            </a:extLst>
          </p:cNvPr>
          <p:cNvSpPr txBox="1"/>
          <p:nvPr/>
        </p:nvSpPr>
        <p:spPr>
          <a:xfrm>
            <a:off x="5679018" y="677037"/>
            <a:ext cx="10170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DESIGN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560D15-529F-E524-2FBA-4DF17B0E05D1}"/>
              </a:ext>
            </a:extLst>
          </p:cNvPr>
          <p:cNvSpPr txBox="1"/>
          <p:nvPr/>
        </p:nvSpPr>
        <p:spPr>
          <a:xfrm>
            <a:off x="4557719" y="1153876"/>
            <a:ext cx="3078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SCALAR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0975DD-DBEB-2312-B019-CFEEC9655781}"/>
              </a:ext>
            </a:extLst>
          </p:cNvPr>
          <p:cNvSpPr txBox="1"/>
          <p:nvPr/>
        </p:nvSpPr>
        <p:spPr>
          <a:xfrm>
            <a:off x="5445463" y="1381574"/>
            <a:ext cx="13010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2">
                    <a:lumMod val="50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Scalar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E2A60B5-3AEE-39D0-8E57-03D26E31B174}"/>
              </a:ext>
            </a:extLst>
          </p:cNvPr>
          <p:cNvSpPr txBox="1"/>
          <p:nvPr/>
        </p:nvSpPr>
        <p:spPr>
          <a:xfrm>
            <a:off x="5478809" y="1554221"/>
            <a:ext cx="13010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Module: 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D75F4C6-34A8-D3D8-EA66-353EB2D617E5}"/>
              </a:ext>
            </a:extLst>
          </p:cNvPr>
          <p:cNvSpPr txBox="1"/>
          <p:nvPr/>
        </p:nvSpPr>
        <p:spPr>
          <a:xfrm>
            <a:off x="9639681" y="2184996"/>
            <a:ext cx="1092050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9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SUB TOPICS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100824B-69E2-255E-E9AC-E5BA28B06306}"/>
              </a:ext>
            </a:extLst>
          </p:cNvPr>
          <p:cNvGrpSpPr/>
          <p:nvPr/>
        </p:nvGrpSpPr>
        <p:grpSpPr>
          <a:xfrm>
            <a:off x="37013" y="2455719"/>
            <a:ext cx="3347034" cy="348025"/>
            <a:chOff x="59847" y="2704217"/>
            <a:chExt cx="2494431" cy="276999"/>
          </a:xfrm>
          <a:effectLst/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037B194-31BD-2375-F6B2-79C3909A3BFD}"/>
                </a:ext>
              </a:extLst>
            </p:cNvPr>
            <p:cNvSpPr txBox="1"/>
            <p:nvPr/>
          </p:nvSpPr>
          <p:spPr>
            <a:xfrm>
              <a:off x="59847" y="2733108"/>
              <a:ext cx="251998" cy="17147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800" spc="150" dirty="0">
                  <a:solidFill>
                    <a:srgbClr val="00FF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94DCA28D-089E-015E-C392-416957260144}"/>
                </a:ext>
              </a:extLst>
            </p:cNvPr>
            <p:cNvSpPr/>
            <p:nvPr/>
          </p:nvSpPr>
          <p:spPr>
            <a:xfrm>
              <a:off x="250913" y="2704217"/>
              <a:ext cx="2303365" cy="276999"/>
            </a:xfrm>
            <a:prstGeom prst="roundRect">
              <a:avLst>
                <a:gd name="adj" fmla="val 50000"/>
              </a:avLst>
            </a:prstGeom>
            <a:noFill/>
            <a:ln w="6350" cap="sq"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2808325-4BD0-FFA6-A78B-DD7EE6F1C4A0}"/>
                </a:ext>
              </a:extLst>
            </p:cNvPr>
            <p:cNvSpPr txBox="1"/>
            <p:nvPr/>
          </p:nvSpPr>
          <p:spPr>
            <a:xfrm>
              <a:off x="243309" y="2755673"/>
              <a:ext cx="2015451" cy="17147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800" spc="150" dirty="0">
                  <a:solidFill>
                    <a:srgbClr val="00FF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EXPLAIN</a:t>
              </a:r>
              <a:r>
                <a:rPr lang="en-GB" sz="8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something…..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E335333-CA67-2A01-9360-9CFBC40A2C91}"/>
              </a:ext>
            </a:extLst>
          </p:cNvPr>
          <p:cNvGrpSpPr/>
          <p:nvPr/>
        </p:nvGrpSpPr>
        <p:grpSpPr>
          <a:xfrm>
            <a:off x="28692" y="3030191"/>
            <a:ext cx="3355355" cy="348025"/>
            <a:chOff x="51625" y="3359278"/>
            <a:chExt cx="3355355" cy="348025"/>
          </a:xfrm>
        </p:grpSpPr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987CC01E-7AFF-C50E-5DA7-8D8726B59671}"/>
                </a:ext>
              </a:extLst>
            </p:cNvPr>
            <p:cNvSpPr/>
            <p:nvPr/>
          </p:nvSpPr>
          <p:spPr>
            <a:xfrm>
              <a:off x="293386" y="3359278"/>
              <a:ext cx="3113594" cy="34802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2">
                    <a:lumMod val="25000"/>
                  </a:schemeClr>
                </a:gs>
                <a:gs pos="0">
                  <a:schemeClr val="bg2">
                    <a:lumMod val="10000"/>
                  </a:schemeClr>
                </a:gs>
                <a:gs pos="69000">
                  <a:schemeClr val="tx1">
                    <a:lumMod val="95000"/>
                    <a:lumOff val="5000"/>
                  </a:schemeClr>
                </a:gs>
                <a:gs pos="97000">
                  <a:schemeClr val="tx1"/>
                </a:gs>
              </a:gsLst>
              <a:lin ang="13500000" scaled="1"/>
              <a:tileRect/>
            </a:gradFill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F3301D0-50E8-C368-5C5E-256B82586B56}"/>
                </a:ext>
              </a:extLst>
            </p:cNvPr>
            <p:cNvSpPr txBox="1"/>
            <p:nvPr/>
          </p:nvSpPr>
          <p:spPr>
            <a:xfrm>
              <a:off x="51625" y="3419004"/>
              <a:ext cx="296433" cy="21544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800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F3B015F-8E8B-5047-C492-BF402A55C389}"/>
                </a:ext>
              </a:extLst>
            </p:cNvPr>
            <p:cNvSpPr txBox="1"/>
            <p:nvPr/>
          </p:nvSpPr>
          <p:spPr>
            <a:xfrm>
              <a:off x="293386" y="3438626"/>
              <a:ext cx="237083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i="1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DESCRIBE something…..</a:t>
              </a: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209E3E2F-1C34-40C6-9122-93C6D1DC51FF}"/>
              </a:ext>
            </a:extLst>
          </p:cNvPr>
          <p:cNvGrpSpPr/>
          <p:nvPr/>
        </p:nvGrpSpPr>
        <p:grpSpPr>
          <a:xfrm>
            <a:off x="4150527" y="3135769"/>
            <a:ext cx="3716209" cy="348025"/>
            <a:chOff x="3073706" y="3906468"/>
            <a:chExt cx="3033744" cy="348025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DA7DE068-44FE-96D1-B919-50BD51AF3B1B}"/>
                </a:ext>
              </a:extLst>
            </p:cNvPr>
            <p:cNvSpPr/>
            <p:nvPr/>
          </p:nvSpPr>
          <p:spPr>
            <a:xfrm>
              <a:off x="3397932" y="3906468"/>
              <a:ext cx="2709518" cy="348025"/>
            </a:xfrm>
            <a:prstGeom prst="roundRect">
              <a:avLst>
                <a:gd name="adj" fmla="val 50000"/>
              </a:avLst>
            </a:prstGeom>
            <a:noFill/>
            <a:ln w="6350" cap="sq"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effectLst>
              <a:glow rad="254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DC94E992-43E4-6533-65F6-E00B1CB0F4EB}"/>
                </a:ext>
              </a:extLst>
            </p:cNvPr>
            <p:cNvSpPr txBox="1"/>
            <p:nvPr/>
          </p:nvSpPr>
          <p:spPr>
            <a:xfrm>
              <a:off x="3073706" y="3959880"/>
              <a:ext cx="449959" cy="24622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1000" spc="150" dirty="0">
                  <a:solidFill>
                    <a:srgbClr val="00FF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1.3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3FBB8891-15A8-7088-8FE1-0478364BAB75}"/>
                </a:ext>
              </a:extLst>
            </p:cNvPr>
            <p:cNvSpPr txBox="1"/>
            <p:nvPr/>
          </p:nvSpPr>
          <p:spPr>
            <a:xfrm>
              <a:off x="3394346" y="3981304"/>
              <a:ext cx="2370836" cy="21544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8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Enter text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CC0777C-A908-E72D-3D75-DD0FA5CA017D}"/>
                </a:ext>
              </a:extLst>
            </p:cNvPr>
            <p:cNvSpPr txBox="1"/>
            <p:nvPr/>
          </p:nvSpPr>
          <p:spPr>
            <a:xfrm>
              <a:off x="5867408" y="3919344"/>
              <a:ext cx="233828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12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+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608AAEF9-4BAD-08CD-A0F5-E971C28F03C4}"/>
              </a:ext>
            </a:extLst>
          </p:cNvPr>
          <p:cNvGrpSpPr/>
          <p:nvPr/>
        </p:nvGrpSpPr>
        <p:grpSpPr>
          <a:xfrm>
            <a:off x="4146359" y="2467123"/>
            <a:ext cx="3725404" cy="513618"/>
            <a:chOff x="3806114" y="2467123"/>
            <a:chExt cx="3725404" cy="513618"/>
          </a:xfrm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C6726292-186B-C0FE-E1C6-0164026DB761}"/>
                </a:ext>
              </a:extLst>
            </p:cNvPr>
            <p:cNvGrpSpPr/>
            <p:nvPr/>
          </p:nvGrpSpPr>
          <p:grpSpPr>
            <a:xfrm>
              <a:off x="3810412" y="2632716"/>
              <a:ext cx="3721106" cy="348025"/>
              <a:chOff x="3063494" y="2661291"/>
              <a:chExt cx="3037742" cy="348025"/>
            </a:xfrm>
          </p:grpSpPr>
          <p:sp>
            <p:nvSpPr>
              <p:cNvPr id="150" name="Rectangle: Rounded Corners 149">
                <a:extLst>
                  <a:ext uri="{FF2B5EF4-FFF2-40B4-BE49-F238E27FC236}">
                    <a16:creationId xmlns:a16="http://schemas.microsoft.com/office/drawing/2014/main" id="{503A0884-7342-9961-A820-0E86310B774D}"/>
                  </a:ext>
                </a:extLst>
              </p:cNvPr>
              <p:cNvSpPr/>
              <p:nvPr/>
            </p:nvSpPr>
            <p:spPr>
              <a:xfrm>
                <a:off x="3391718" y="2661291"/>
                <a:ext cx="2709518" cy="348025"/>
              </a:xfrm>
              <a:prstGeom prst="roundRect">
                <a:avLst>
                  <a:gd name="adj" fmla="val 50000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9464004B-A1D1-0D3C-4FCC-9A3534CB5A75}"/>
                  </a:ext>
                </a:extLst>
              </p:cNvPr>
              <p:cNvGrpSpPr/>
              <p:nvPr/>
            </p:nvGrpSpPr>
            <p:grpSpPr>
              <a:xfrm>
                <a:off x="3063494" y="2703369"/>
                <a:ext cx="2719119" cy="246220"/>
                <a:chOff x="3063494" y="2703369"/>
                <a:chExt cx="2719119" cy="246220"/>
              </a:xfrm>
            </p:grpSpPr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F4C26F23-E208-09E8-BB60-26026613C225}"/>
                    </a:ext>
                  </a:extLst>
                </p:cNvPr>
                <p:cNvSpPr txBox="1"/>
                <p:nvPr/>
              </p:nvSpPr>
              <p:spPr>
                <a:xfrm>
                  <a:off x="3063494" y="2703369"/>
                  <a:ext cx="449959" cy="246220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000" spc="150" dirty="0">
                      <a:solidFill>
                        <a:schemeClr val="bg2">
                          <a:lumMod val="25000"/>
                        </a:schemeClr>
                      </a:solidFill>
                      <a:effectLst/>
                      <a:latin typeface="Candara" panose="020E0502030303020204" pitchFamily="34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1.2</a:t>
                  </a:r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628CC534-9FCF-48E1-AD0A-E32A43D8B688}"/>
                    </a:ext>
                  </a:extLst>
                </p:cNvPr>
                <p:cNvSpPr txBox="1"/>
                <p:nvPr/>
              </p:nvSpPr>
              <p:spPr>
                <a:xfrm>
                  <a:off x="3411777" y="2745574"/>
                  <a:ext cx="2370836" cy="184666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600" i="1" spc="150" dirty="0">
                      <a:solidFill>
                        <a:schemeClr val="bg2">
                          <a:lumMod val="25000"/>
                        </a:schemeClr>
                      </a:solidFill>
                      <a:effectLst/>
                      <a:latin typeface="Candara" panose="020E0502030303020204" pitchFamily="34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Components of something</a:t>
                  </a:r>
                </a:p>
              </p:txBody>
            </p:sp>
          </p:grpSp>
        </p:grpSp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2A8A9353-CD3E-0AA1-3817-76B2A5EB780D}"/>
                </a:ext>
              </a:extLst>
            </p:cNvPr>
            <p:cNvSpPr/>
            <p:nvPr/>
          </p:nvSpPr>
          <p:spPr>
            <a:xfrm>
              <a:off x="4211728" y="2467123"/>
              <a:ext cx="3319046" cy="34802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chemeClr val="bg2">
                    <a:lumMod val="25000"/>
                  </a:schemeClr>
                </a:gs>
                <a:gs pos="30000">
                  <a:schemeClr val="bg2">
                    <a:lumMod val="10000"/>
                  </a:schemeClr>
                </a:gs>
                <a:gs pos="14000">
                  <a:schemeClr val="bg2">
                    <a:lumMod val="10000"/>
                  </a:schemeClr>
                </a:gs>
                <a:gs pos="0">
                  <a:schemeClr val="bg2">
                    <a:lumMod val="1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78B21A6D-84F9-F037-89E9-0DD45A6B6247}"/>
                </a:ext>
              </a:extLst>
            </p:cNvPr>
            <p:cNvSpPr txBox="1"/>
            <p:nvPr/>
          </p:nvSpPr>
          <p:spPr>
            <a:xfrm>
              <a:off x="4250891" y="2542570"/>
              <a:ext cx="237083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i="1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Fundamentals of something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21F8164-1B69-C61C-E04A-67900B1DE8FF}"/>
                </a:ext>
              </a:extLst>
            </p:cNvPr>
            <p:cNvSpPr txBox="1"/>
            <p:nvPr/>
          </p:nvSpPr>
          <p:spPr>
            <a:xfrm>
              <a:off x="3806114" y="2504871"/>
              <a:ext cx="449959" cy="24622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1000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</a:t>
              </a:r>
            </a:p>
          </p:txBody>
        </p:sp>
      </p:grp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B4181CD4-4CE6-04F5-33F3-14372AD6AF70}"/>
              </a:ext>
            </a:extLst>
          </p:cNvPr>
          <p:cNvCxnSpPr>
            <a:cxnSpLocks/>
          </p:cNvCxnSpPr>
          <p:nvPr/>
        </p:nvCxnSpPr>
        <p:spPr>
          <a:xfrm>
            <a:off x="0" y="92939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15C962C6-3027-04C7-00F2-3397A9D2B61E}"/>
              </a:ext>
            </a:extLst>
          </p:cNvPr>
          <p:cNvGrpSpPr/>
          <p:nvPr/>
        </p:nvGrpSpPr>
        <p:grpSpPr>
          <a:xfrm>
            <a:off x="8164544" y="2474905"/>
            <a:ext cx="3725404" cy="554456"/>
            <a:chOff x="8005053" y="2474905"/>
            <a:chExt cx="3725404" cy="554456"/>
          </a:xfrm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CD54C9AE-803F-3D5F-08B9-66A93D1D1F38}"/>
                </a:ext>
              </a:extLst>
            </p:cNvPr>
            <p:cNvGrpSpPr/>
            <p:nvPr/>
          </p:nvGrpSpPr>
          <p:grpSpPr>
            <a:xfrm>
              <a:off x="8009167" y="2681336"/>
              <a:ext cx="3721106" cy="348025"/>
              <a:chOff x="8002240" y="3537487"/>
              <a:chExt cx="3721106" cy="348025"/>
            </a:xfrm>
          </p:grpSpPr>
          <p:sp>
            <p:nvSpPr>
              <p:cNvPr id="178" name="Rectangle: Rounded Corners 177">
                <a:extLst>
                  <a:ext uri="{FF2B5EF4-FFF2-40B4-BE49-F238E27FC236}">
                    <a16:creationId xmlns:a16="http://schemas.microsoft.com/office/drawing/2014/main" id="{4281F8C6-1112-8687-FB80-D75DDBA0F551}"/>
                  </a:ext>
                </a:extLst>
              </p:cNvPr>
              <p:cNvSpPr/>
              <p:nvPr/>
            </p:nvSpPr>
            <p:spPr>
              <a:xfrm>
                <a:off x="8404301" y="3537487"/>
                <a:ext cx="3319045" cy="348025"/>
              </a:xfrm>
              <a:prstGeom prst="roundRect">
                <a:avLst>
                  <a:gd name="adj" fmla="val 50000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C09593E7-8B55-0760-D208-9B2AEA320E15}"/>
                  </a:ext>
                </a:extLst>
              </p:cNvPr>
              <p:cNvSpPr txBox="1"/>
              <p:nvPr/>
            </p:nvSpPr>
            <p:spPr>
              <a:xfrm>
                <a:off x="8002240" y="3579565"/>
                <a:ext cx="551181" cy="24622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1000" spc="150" dirty="0">
                    <a:solidFill>
                      <a:schemeClr val="bg2">
                        <a:lumMod val="2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1.1.3</a:t>
                </a:r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CFB79878-0A2F-EA5B-AA8E-80FF2B1ED715}"/>
                </a:ext>
              </a:extLst>
            </p:cNvPr>
            <p:cNvGrpSpPr/>
            <p:nvPr/>
          </p:nvGrpSpPr>
          <p:grpSpPr>
            <a:xfrm>
              <a:off x="8005053" y="2474905"/>
              <a:ext cx="3725404" cy="450288"/>
              <a:chOff x="3806114" y="2467123"/>
              <a:chExt cx="3725404" cy="450288"/>
            </a:xfrm>
          </p:grpSpPr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3209DEC2-B887-AD15-8724-62E2038A435F}"/>
                  </a:ext>
                </a:extLst>
              </p:cNvPr>
              <p:cNvGrpSpPr/>
              <p:nvPr/>
            </p:nvGrpSpPr>
            <p:grpSpPr>
              <a:xfrm>
                <a:off x="3810412" y="2569386"/>
                <a:ext cx="3721106" cy="348025"/>
                <a:chOff x="3063494" y="2597961"/>
                <a:chExt cx="3037742" cy="348025"/>
              </a:xfrm>
            </p:grpSpPr>
            <p:sp>
              <p:nvSpPr>
                <p:cNvPr id="165" name="Rectangle: Rounded Corners 164">
                  <a:extLst>
                    <a:ext uri="{FF2B5EF4-FFF2-40B4-BE49-F238E27FC236}">
                      <a16:creationId xmlns:a16="http://schemas.microsoft.com/office/drawing/2014/main" id="{EB7B190B-8049-85F0-7402-1E8076417292}"/>
                    </a:ext>
                  </a:extLst>
                </p:cNvPr>
                <p:cNvSpPr/>
                <p:nvPr/>
              </p:nvSpPr>
              <p:spPr>
                <a:xfrm>
                  <a:off x="3391718" y="2597961"/>
                  <a:ext cx="2709518" cy="348025"/>
                </a:xfrm>
                <a:prstGeom prst="roundRect">
                  <a:avLst>
                    <a:gd name="adj" fmla="val 50000"/>
                  </a:avLst>
                </a:prstGeom>
                <a:noFill/>
                <a:ln w="6350" cap="sq">
                  <a:gradFill flip="none" rotWithShape="1">
                    <a:gsLst>
                      <a:gs pos="0">
                        <a:schemeClr val="accent5">
                          <a:lumMod val="0"/>
                          <a:lumOff val="100000"/>
                        </a:schemeClr>
                      </a:gs>
                      <a:gs pos="46000">
                        <a:schemeClr val="bg2">
                          <a:lumMod val="75000"/>
                        </a:schemeClr>
                      </a:gs>
                      <a:gs pos="100000">
                        <a:schemeClr val="bg2">
                          <a:lumMod val="5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600">
                    <a:latin typeface="Candara" panose="020E0502030303020204" pitchFamily="34" charset="0"/>
                  </a:endParaRPr>
                </a:p>
              </p:txBody>
            </p: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B1F7C11-1B8A-EC1D-7313-3FD9318910E2}"/>
                    </a:ext>
                  </a:extLst>
                </p:cNvPr>
                <p:cNvGrpSpPr/>
                <p:nvPr/>
              </p:nvGrpSpPr>
              <p:grpSpPr>
                <a:xfrm>
                  <a:off x="3063494" y="2640039"/>
                  <a:ext cx="2736084" cy="246220"/>
                  <a:chOff x="3063494" y="2640039"/>
                  <a:chExt cx="2736084" cy="246220"/>
                </a:xfrm>
              </p:grpSpPr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3C38B0D1-03C8-EA0A-04F3-2E6ED30EBEF9}"/>
                      </a:ext>
                    </a:extLst>
                  </p:cNvPr>
                  <p:cNvSpPr txBox="1"/>
                  <p:nvPr/>
                </p:nvSpPr>
                <p:spPr>
                  <a:xfrm>
                    <a:off x="3063494" y="2640039"/>
                    <a:ext cx="449959" cy="246220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000" spc="1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Candara" panose="020E0502030303020204" pitchFamily="34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1.1.2</a:t>
                    </a:r>
                  </a:p>
                </p:txBody>
              </p:sp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6E0C2C6D-1284-503D-8FD1-3C0343EC85BD}"/>
                      </a:ext>
                    </a:extLst>
                  </p:cNvPr>
                  <p:cNvSpPr txBox="1"/>
                  <p:nvPr/>
                </p:nvSpPr>
                <p:spPr>
                  <a:xfrm>
                    <a:off x="3428742" y="2675317"/>
                    <a:ext cx="2370836" cy="184666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600" i="1" spc="1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Candara" panose="020E0502030303020204" pitchFamily="34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Parts of something</a:t>
                    </a:r>
                  </a:p>
                </p:txBody>
              </p:sp>
            </p:grpSp>
          </p:grpSp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E5E4BFE0-BBCD-7E24-8E5C-6255760DDABB}"/>
                  </a:ext>
                </a:extLst>
              </p:cNvPr>
              <p:cNvSpPr/>
              <p:nvPr/>
            </p:nvSpPr>
            <p:spPr>
              <a:xfrm>
                <a:off x="4211728" y="2467123"/>
                <a:ext cx="3319046" cy="34802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2">
                      <a:lumMod val="25000"/>
                    </a:schemeClr>
                  </a:gs>
                  <a:gs pos="30000">
                    <a:schemeClr val="bg2">
                      <a:lumMod val="10000"/>
                    </a:schemeClr>
                  </a:gs>
                  <a:gs pos="14000">
                    <a:schemeClr val="bg2">
                      <a:lumMod val="10000"/>
                    </a:schemeClr>
                  </a:gs>
                  <a:gs pos="0">
                    <a:schemeClr val="bg2">
                      <a:lumMod val="1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653C7FE3-2680-B7C8-FE1A-DBB8590465EA}"/>
                  </a:ext>
                </a:extLst>
              </p:cNvPr>
              <p:cNvSpPr txBox="1"/>
              <p:nvPr/>
            </p:nvSpPr>
            <p:spPr>
              <a:xfrm>
                <a:off x="4250891" y="2542570"/>
                <a:ext cx="2370836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i="1" spc="150" dirty="0">
                    <a:solidFill>
                      <a:schemeClr val="bg2">
                        <a:lumMod val="2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Introduction to something</a:t>
                </a:r>
                <a:endParaRPr lang="en-GB" sz="600" i="1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F078F896-2849-7CAA-839D-93293D035380}"/>
                  </a:ext>
                </a:extLst>
              </p:cNvPr>
              <p:cNvSpPr txBox="1"/>
              <p:nvPr/>
            </p:nvSpPr>
            <p:spPr>
              <a:xfrm>
                <a:off x="3806114" y="2504871"/>
                <a:ext cx="55118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1000" spc="150" dirty="0">
                    <a:solidFill>
                      <a:schemeClr val="bg2">
                        <a:lumMod val="2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1.1.1</a:t>
                </a:r>
              </a:p>
            </p:txBody>
          </p:sp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7732F58-5E46-0156-8189-83BF0BA22709}"/>
              </a:ext>
            </a:extLst>
          </p:cNvPr>
          <p:cNvGrpSpPr/>
          <p:nvPr/>
        </p:nvGrpSpPr>
        <p:grpSpPr>
          <a:xfrm>
            <a:off x="8162691" y="3105337"/>
            <a:ext cx="3725404" cy="554456"/>
            <a:chOff x="8005053" y="2474905"/>
            <a:chExt cx="3725404" cy="55445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020FFBAD-BF30-36B8-1235-F2F1EBE91956}"/>
                </a:ext>
              </a:extLst>
            </p:cNvPr>
            <p:cNvGrpSpPr/>
            <p:nvPr/>
          </p:nvGrpSpPr>
          <p:grpSpPr>
            <a:xfrm>
              <a:off x="8009167" y="2681336"/>
              <a:ext cx="3721106" cy="348025"/>
              <a:chOff x="8002240" y="3537487"/>
              <a:chExt cx="3721106" cy="348025"/>
            </a:xfrm>
          </p:grpSpPr>
          <p:sp>
            <p:nvSpPr>
              <p:cNvPr id="194" name="Rectangle: Rounded Corners 193">
                <a:extLst>
                  <a:ext uri="{FF2B5EF4-FFF2-40B4-BE49-F238E27FC236}">
                    <a16:creationId xmlns:a16="http://schemas.microsoft.com/office/drawing/2014/main" id="{1AF2F7EB-AC36-AC21-2F9E-02A81719DC37}"/>
                  </a:ext>
                </a:extLst>
              </p:cNvPr>
              <p:cNvSpPr/>
              <p:nvPr/>
            </p:nvSpPr>
            <p:spPr>
              <a:xfrm>
                <a:off x="8404301" y="3537487"/>
                <a:ext cx="3319045" cy="348025"/>
              </a:xfrm>
              <a:prstGeom prst="roundRect">
                <a:avLst>
                  <a:gd name="adj" fmla="val 50000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ED228817-8DCE-A999-1090-7D8AEDA05A80}"/>
                  </a:ext>
                </a:extLst>
              </p:cNvPr>
              <p:cNvSpPr txBox="1"/>
              <p:nvPr/>
            </p:nvSpPr>
            <p:spPr>
              <a:xfrm>
                <a:off x="8002240" y="3579565"/>
                <a:ext cx="551181" cy="24622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1000" spc="150" dirty="0">
                    <a:solidFill>
                      <a:schemeClr val="bg2">
                        <a:lumMod val="2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1.2.3</a:t>
                </a:r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4F90219D-F9C1-B41E-F41F-19D3C1C60C85}"/>
                </a:ext>
              </a:extLst>
            </p:cNvPr>
            <p:cNvGrpSpPr/>
            <p:nvPr/>
          </p:nvGrpSpPr>
          <p:grpSpPr>
            <a:xfrm>
              <a:off x="8005053" y="2474905"/>
              <a:ext cx="3725404" cy="450288"/>
              <a:chOff x="3806114" y="2467123"/>
              <a:chExt cx="3725404" cy="450288"/>
            </a:xfrm>
          </p:grpSpPr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A3F600A5-81B2-7432-714C-5A007EB8CCB1}"/>
                  </a:ext>
                </a:extLst>
              </p:cNvPr>
              <p:cNvGrpSpPr/>
              <p:nvPr/>
            </p:nvGrpSpPr>
            <p:grpSpPr>
              <a:xfrm>
                <a:off x="3810412" y="2569386"/>
                <a:ext cx="3721106" cy="348025"/>
                <a:chOff x="3063494" y="2597961"/>
                <a:chExt cx="3037742" cy="348025"/>
              </a:xfrm>
            </p:grpSpPr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CE0BA90A-5946-AC9A-1F5F-E76050D714BA}"/>
                    </a:ext>
                  </a:extLst>
                </p:cNvPr>
                <p:cNvSpPr/>
                <p:nvPr/>
              </p:nvSpPr>
              <p:spPr>
                <a:xfrm>
                  <a:off x="3391718" y="2597961"/>
                  <a:ext cx="2709518" cy="348025"/>
                </a:xfrm>
                <a:prstGeom prst="roundRect">
                  <a:avLst>
                    <a:gd name="adj" fmla="val 50000"/>
                  </a:avLst>
                </a:prstGeom>
                <a:noFill/>
                <a:ln w="6350" cap="sq">
                  <a:gradFill flip="none" rotWithShape="1">
                    <a:gsLst>
                      <a:gs pos="0">
                        <a:schemeClr val="accent5">
                          <a:lumMod val="0"/>
                          <a:lumOff val="100000"/>
                        </a:schemeClr>
                      </a:gs>
                      <a:gs pos="46000">
                        <a:schemeClr val="bg2">
                          <a:lumMod val="75000"/>
                        </a:schemeClr>
                      </a:gs>
                      <a:gs pos="100000">
                        <a:schemeClr val="bg2">
                          <a:lumMod val="5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600">
                    <a:latin typeface="Candara" panose="020E0502030303020204" pitchFamily="34" charset="0"/>
                  </a:endParaRPr>
                </a:p>
              </p:txBody>
            </p:sp>
            <p:grpSp>
              <p:nvGrpSpPr>
                <p:cNvPr id="191" name="Group 190">
                  <a:extLst>
                    <a:ext uri="{FF2B5EF4-FFF2-40B4-BE49-F238E27FC236}">
                      <a16:creationId xmlns:a16="http://schemas.microsoft.com/office/drawing/2014/main" id="{1681A689-5DAC-3272-BF50-6079EF176254}"/>
                    </a:ext>
                  </a:extLst>
                </p:cNvPr>
                <p:cNvGrpSpPr/>
                <p:nvPr/>
              </p:nvGrpSpPr>
              <p:grpSpPr>
                <a:xfrm>
                  <a:off x="3063494" y="2640039"/>
                  <a:ext cx="2736084" cy="246220"/>
                  <a:chOff x="3063494" y="2640039"/>
                  <a:chExt cx="2736084" cy="246220"/>
                </a:xfrm>
              </p:grpSpPr>
              <p:sp>
                <p:nvSpPr>
                  <p:cNvPr id="192" name="TextBox 191">
                    <a:extLst>
                      <a:ext uri="{FF2B5EF4-FFF2-40B4-BE49-F238E27FC236}">
                        <a16:creationId xmlns:a16="http://schemas.microsoft.com/office/drawing/2014/main" id="{38AC9F9B-1BEB-CA4C-3E36-79431D428DF1}"/>
                      </a:ext>
                    </a:extLst>
                  </p:cNvPr>
                  <p:cNvSpPr txBox="1"/>
                  <p:nvPr/>
                </p:nvSpPr>
                <p:spPr>
                  <a:xfrm>
                    <a:off x="3063494" y="2640039"/>
                    <a:ext cx="449959" cy="246220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000" spc="1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Candara" panose="020E0502030303020204" pitchFamily="34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1.2.2</a:t>
                    </a:r>
                  </a:p>
                </p:txBody>
              </p:sp>
              <p:sp>
                <p:nvSpPr>
                  <p:cNvPr id="193" name="TextBox 192">
                    <a:extLst>
                      <a:ext uri="{FF2B5EF4-FFF2-40B4-BE49-F238E27FC236}">
                        <a16:creationId xmlns:a16="http://schemas.microsoft.com/office/drawing/2014/main" id="{E099CB25-4D1F-616F-B9E9-3413DF7A6285}"/>
                      </a:ext>
                    </a:extLst>
                  </p:cNvPr>
                  <p:cNvSpPr txBox="1"/>
                  <p:nvPr/>
                </p:nvSpPr>
                <p:spPr>
                  <a:xfrm>
                    <a:off x="3428742" y="2675317"/>
                    <a:ext cx="2370836" cy="184666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600" i="1" spc="1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Candara" panose="020E0502030303020204" pitchFamily="34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a:t>Parts of something</a:t>
                    </a:r>
                  </a:p>
                </p:txBody>
              </p:sp>
            </p:grpSp>
          </p:grpSp>
          <p:sp>
            <p:nvSpPr>
              <p:cNvPr id="187" name="Rectangle: Rounded Corners 186">
                <a:extLst>
                  <a:ext uri="{FF2B5EF4-FFF2-40B4-BE49-F238E27FC236}">
                    <a16:creationId xmlns:a16="http://schemas.microsoft.com/office/drawing/2014/main" id="{40BA6FAE-8B47-FD08-33D2-933F28C3FDC0}"/>
                  </a:ext>
                </a:extLst>
              </p:cNvPr>
              <p:cNvSpPr/>
              <p:nvPr/>
            </p:nvSpPr>
            <p:spPr>
              <a:xfrm>
                <a:off x="4211728" y="2467123"/>
                <a:ext cx="3319046" cy="34802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2">
                      <a:lumMod val="25000"/>
                    </a:schemeClr>
                  </a:gs>
                  <a:gs pos="30000">
                    <a:schemeClr val="bg2">
                      <a:lumMod val="10000"/>
                    </a:schemeClr>
                  </a:gs>
                  <a:gs pos="14000">
                    <a:schemeClr val="bg2">
                      <a:lumMod val="10000"/>
                    </a:schemeClr>
                  </a:gs>
                  <a:gs pos="0">
                    <a:schemeClr val="bg2">
                      <a:lumMod val="1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C315DCF3-D27B-9709-4BC1-490A5AFF8D2D}"/>
                  </a:ext>
                </a:extLst>
              </p:cNvPr>
              <p:cNvSpPr txBox="1"/>
              <p:nvPr/>
            </p:nvSpPr>
            <p:spPr>
              <a:xfrm>
                <a:off x="4250891" y="2542570"/>
                <a:ext cx="2370836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i="1" spc="150" dirty="0">
                    <a:solidFill>
                      <a:schemeClr val="bg2">
                        <a:lumMod val="2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History of something</a:t>
                </a:r>
                <a:endParaRPr lang="en-GB" sz="600" i="1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F3846FD5-D425-DEB5-82E2-FD0C5CBCD26F}"/>
                  </a:ext>
                </a:extLst>
              </p:cNvPr>
              <p:cNvSpPr txBox="1"/>
              <p:nvPr/>
            </p:nvSpPr>
            <p:spPr>
              <a:xfrm>
                <a:off x="3806114" y="2504871"/>
                <a:ext cx="55118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1000" spc="150" dirty="0">
                    <a:solidFill>
                      <a:schemeClr val="bg2">
                        <a:lumMod val="2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1.2.1</a:t>
                </a:r>
              </a:p>
            </p:txBody>
          </p:sp>
        </p:grp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61DBA4EA-5FE8-A831-0E1D-6C12FAA0C98D}"/>
              </a:ext>
            </a:extLst>
          </p:cNvPr>
          <p:cNvGrpSpPr/>
          <p:nvPr/>
        </p:nvGrpSpPr>
        <p:grpSpPr>
          <a:xfrm>
            <a:off x="8132783" y="3768786"/>
            <a:ext cx="3770354" cy="513618"/>
            <a:chOff x="3761164" y="2467123"/>
            <a:chExt cx="3770354" cy="513618"/>
          </a:xfrm>
        </p:grpSpPr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D1397EAB-9D81-A5AE-6E29-C6AE6F5F5953}"/>
                </a:ext>
              </a:extLst>
            </p:cNvPr>
            <p:cNvGrpSpPr/>
            <p:nvPr/>
          </p:nvGrpSpPr>
          <p:grpSpPr>
            <a:xfrm>
              <a:off x="3770568" y="2632716"/>
              <a:ext cx="3760950" cy="348025"/>
              <a:chOff x="3030967" y="2661291"/>
              <a:chExt cx="3070269" cy="348025"/>
            </a:xfrm>
          </p:grpSpPr>
          <p:sp>
            <p:nvSpPr>
              <p:cNvPr id="202" name="Rectangle: Rounded Corners 201">
                <a:extLst>
                  <a:ext uri="{FF2B5EF4-FFF2-40B4-BE49-F238E27FC236}">
                    <a16:creationId xmlns:a16="http://schemas.microsoft.com/office/drawing/2014/main" id="{794BE4F9-2FC9-F079-9C66-2D872C456C7E}"/>
                  </a:ext>
                </a:extLst>
              </p:cNvPr>
              <p:cNvSpPr/>
              <p:nvPr/>
            </p:nvSpPr>
            <p:spPr>
              <a:xfrm>
                <a:off x="3391718" y="2661291"/>
                <a:ext cx="2709518" cy="348025"/>
              </a:xfrm>
              <a:prstGeom prst="roundRect">
                <a:avLst>
                  <a:gd name="adj" fmla="val 50000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grpSp>
            <p:nvGrpSpPr>
              <p:cNvPr id="203" name="Group 202">
                <a:extLst>
                  <a:ext uri="{FF2B5EF4-FFF2-40B4-BE49-F238E27FC236}">
                    <a16:creationId xmlns:a16="http://schemas.microsoft.com/office/drawing/2014/main" id="{FAABBFC4-C424-323D-6C16-FA86E1FB9AB6}"/>
                  </a:ext>
                </a:extLst>
              </p:cNvPr>
              <p:cNvGrpSpPr/>
              <p:nvPr/>
            </p:nvGrpSpPr>
            <p:grpSpPr>
              <a:xfrm>
                <a:off x="3030967" y="2703369"/>
                <a:ext cx="2751646" cy="246220"/>
                <a:chOff x="3030967" y="2703369"/>
                <a:chExt cx="2751646" cy="246220"/>
              </a:xfrm>
            </p:grpSpPr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DE4FC848-1D29-74D9-72DA-2C1FEDB474FF}"/>
                    </a:ext>
                  </a:extLst>
                </p:cNvPr>
                <p:cNvSpPr txBox="1"/>
                <p:nvPr/>
              </p:nvSpPr>
              <p:spPr>
                <a:xfrm>
                  <a:off x="3030967" y="2703369"/>
                  <a:ext cx="482487" cy="246220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000" spc="150" dirty="0">
                      <a:solidFill>
                        <a:schemeClr val="bg2">
                          <a:lumMod val="25000"/>
                        </a:schemeClr>
                      </a:solidFill>
                      <a:effectLst/>
                      <a:latin typeface="Candara" panose="020E0502030303020204" pitchFamily="34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1.3.2</a:t>
                  </a:r>
                </a:p>
              </p:txBody>
            </p:sp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3C144AF8-049C-A0DA-B79D-B1BA18F35522}"/>
                    </a:ext>
                  </a:extLst>
                </p:cNvPr>
                <p:cNvSpPr txBox="1"/>
                <p:nvPr/>
              </p:nvSpPr>
              <p:spPr>
                <a:xfrm>
                  <a:off x="3411777" y="2745574"/>
                  <a:ext cx="2370836" cy="184666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600" i="1" spc="150" dirty="0">
                      <a:solidFill>
                        <a:schemeClr val="bg2">
                          <a:lumMod val="25000"/>
                        </a:schemeClr>
                      </a:solidFill>
                      <a:effectLst/>
                      <a:latin typeface="Candara" panose="020E0502030303020204" pitchFamily="34" charset="0"/>
                      <a:ea typeface="Cascadia Code" panose="020B0609020000020004" pitchFamily="49" charset="0"/>
                      <a:cs typeface="Cascadia Code" panose="020B0609020000020004" pitchFamily="49" charset="0"/>
                    </a:rPr>
                    <a:t>Components of something</a:t>
                  </a:r>
                </a:p>
              </p:txBody>
            </p:sp>
          </p:grpSp>
        </p:grpSp>
        <p:sp>
          <p:nvSpPr>
            <p:cNvPr id="199" name="Rectangle: Rounded Corners 198">
              <a:extLst>
                <a:ext uri="{FF2B5EF4-FFF2-40B4-BE49-F238E27FC236}">
                  <a16:creationId xmlns:a16="http://schemas.microsoft.com/office/drawing/2014/main" id="{E8041F3F-6780-34E9-0DCE-637DFD81E820}"/>
                </a:ext>
              </a:extLst>
            </p:cNvPr>
            <p:cNvSpPr/>
            <p:nvPr/>
          </p:nvSpPr>
          <p:spPr>
            <a:xfrm>
              <a:off x="4211728" y="2467123"/>
              <a:ext cx="3319046" cy="34802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chemeClr val="bg2">
                    <a:lumMod val="25000"/>
                  </a:schemeClr>
                </a:gs>
                <a:gs pos="30000">
                  <a:schemeClr val="bg2">
                    <a:lumMod val="10000"/>
                  </a:schemeClr>
                </a:gs>
                <a:gs pos="14000">
                  <a:schemeClr val="bg2">
                    <a:lumMod val="10000"/>
                  </a:schemeClr>
                </a:gs>
                <a:gs pos="0">
                  <a:schemeClr val="bg2">
                    <a:lumMod val="1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70E448D0-1ACB-4C40-89A2-6C4262867A2B}"/>
                </a:ext>
              </a:extLst>
            </p:cNvPr>
            <p:cNvSpPr txBox="1"/>
            <p:nvPr/>
          </p:nvSpPr>
          <p:spPr>
            <a:xfrm>
              <a:off x="4250891" y="2542570"/>
              <a:ext cx="237083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i="1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Fundamentals of something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5FBC3B83-705D-FC45-57E0-9C400FB4E019}"/>
                </a:ext>
              </a:extLst>
            </p:cNvPr>
            <p:cNvSpPr txBox="1"/>
            <p:nvPr/>
          </p:nvSpPr>
          <p:spPr>
            <a:xfrm>
              <a:off x="3761164" y="2504871"/>
              <a:ext cx="494910" cy="24622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1000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1.3.1</a:t>
              </a: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3BBEF6E9-46F8-FF0E-08D9-87E47CF21068}"/>
              </a:ext>
            </a:extLst>
          </p:cNvPr>
          <p:cNvGrpSpPr/>
          <p:nvPr/>
        </p:nvGrpSpPr>
        <p:grpSpPr>
          <a:xfrm>
            <a:off x="8132783" y="4395831"/>
            <a:ext cx="3769610" cy="348025"/>
            <a:chOff x="3030112" y="3906468"/>
            <a:chExt cx="3077338" cy="348025"/>
          </a:xfrm>
        </p:grpSpPr>
        <p:sp>
          <p:nvSpPr>
            <p:cNvPr id="207" name="Rectangle: Rounded Corners 206">
              <a:extLst>
                <a:ext uri="{FF2B5EF4-FFF2-40B4-BE49-F238E27FC236}">
                  <a16:creationId xmlns:a16="http://schemas.microsoft.com/office/drawing/2014/main" id="{9F836C14-0F4C-59E0-2307-8CB504789EDB}"/>
                </a:ext>
              </a:extLst>
            </p:cNvPr>
            <p:cNvSpPr/>
            <p:nvPr/>
          </p:nvSpPr>
          <p:spPr>
            <a:xfrm>
              <a:off x="3397932" y="3906468"/>
              <a:ext cx="2709518" cy="348025"/>
            </a:xfrm>
            <a:prstGeom prst="roundRect">
              <a:avLst>
                <a:gd name="adj" fmla="val 50000"/>
              </a:avLst>
            </a:prstGeom>
            <a:noFill/>
            <a:ln w="6350" cap="sq"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23000">
                    <a:schemeClr val="accent2">
                      <a:lumMod val="89000"/>
                    </a:schemeClr>
                  </a:gs>
                  <a:gs pos="69000">
                    <a:schemeClr val="accent2">
                      <a:lumMod val="75000"/>
                    </a:schemeClr>
                  </a:gs>
                  <a:gs pos="97000">
                    <a:schemeClr val="accent2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effectLst>
              <a:glow rad="254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7D5F5E8A-7F97-B0BC-93B1-53B48CA16E20}"/>
                </a:ext>
              </a:extLst>
            </p:cNvPr>
            <p:cNvSpPr txBox="1"/>
            <p:nvPr/>
          </p:nvSpPr>
          <p:spPr>
            <a:xfrm>
              <a:off x="3030112" y="3957370"/>
              <a:ext cx="449959" cy="24622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1000" spc="150" dirty="0">
                  <a:solidFill>
                    <a:srgbClr val="00FF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1.3.3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B9D51F65-66EC-4833-E28D-E6FF920E1FF8}"/>
                </a:ext>
              </a:extLst>
            </p:cNvPr>
            <p:cNvSpPr txBox="1"/>
            <p:nvPr/>
          </p:nvSpPr>
          <p:spPr>
            <a:xfrm>
              <a:off x="3394346" y="3981304"/>
              <a:ext cx="2370836" cy="21544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8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Enter text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2A5C7910-AF20-12DC-3554-B19E1FEDAE93}"/>
                </a:ext>
              </a:extLst>
            </p:cNvPr>
            <p:cNvSpPr txBox="1"/>
            <p:nvPr/>
          </p:nvSpPr>
          <p:spPr>
            <a:xfrm>
              <a:off x="5867408" y="3919344"/>
              <a:ext cx="233828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12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+</a:t>
              </a:r>
            </a:p>
          </p:txBody>
        </p:sp>
      </p:grpSp>
      <p:sp>
        <p:nvSpPr>
          <p:cNvPr id="212" name="TextBox 211">
            <a:extLst>
              <a:ext uri="{FF2B5EF4-FFF2-40B4-BE49-F238E27FC236}">
                <a16:creationId xmlns:a16="http://schemas.microsoft.com/office/drawing/2014/main" id="{4CA114C7-54EA-3723-FA5A-F344EECF3BAC}"/>
              </a:ext>
            </a:extLst>
          </p:cNvPr>
          <p:cNvSpPr txBox="1"/>
          <p:nvPr/>
        </p:nvSpPr>
        <p:spPr>
          <a:xfrm>
            <a:off x="637471" y="2189075"/>
            <a:ext cx="2392425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9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LEARNING OBJECTIVES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AC3B1CB0-35AA-2686-ED2E-C98DA6D4B633}"/>
              </a:ext>
            </a:extLst>
          </p:cNvPr>
          <p:cNvSpPr txBox="1"/>
          <p:nvPr/>
        </p:nvSpPr>
        <p:spPr>
          <a:xfrm>
            <a:off x="5720474" y="2197539"/>
            <a:ext cx="751049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9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TOPICS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7B2CD4D-DF2B-82BF-4375-A6AD4819655C}"/>
              </a:ext>
            </a:extLst>
          </p:cNvPr>
          <p:cNvSpPr/>
          <p:nvPr/>
        </p:nvSpPr>
        <p:spPr>
          <a:xfrm>
            <a:off x="5930725" y="1762006"/>
            <a:ext cx="357036" cy="312954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CD2367-24C7-64AE-2AB2-78D667481EB0}"/>
              </a:ext>
            </a:extLst>
          </p:cNvPr>
          <p:cNvGrpSpPr/>
          <p:nvPr/>
        </p:nvGrpSpPr>
        <p:grpSpPr>
          <a:xfrm>
            <a:off x="28692" y="3159541"/>
            <a:ext cx="3355355" cy="348025"/>
            <a:chOff x="51625" y="3359278"/>
            <a:chExt cx="3355355" cy="348025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D427BB0-7169-9B8C-0677-32784F66449E}"/>
                </a:ext>
              </a:extLst>
            </p:cNvPr>
            <p:cNvSpPr/>
            <p:nvPr/>
          </p:nvSpPr>
          <p:spPr>
            <a:xfrm>
              <a:off x="293386" y="3359278"/>
              <a:ext cx="3113594" cy="34802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2">
                    <a:lumMod val="25000"/>
                  </a:schemeClr>
                </a:gs>
                <a:gs pos="0">
                  <a:schemeClr val="bg2">
                    <a:lumMod val="10000"/>
                  </a:schemeClr>
                </a:gs>
                <a:gs pos="69000">
                  <a:schemeClr val="tx1">
                    <a:lumMod val="95000"/>
                    <a:lumOff val="5000"/>
                  </a:schemeClr>
                </a:gs>
                <a:gs pos="97000">
                  <a:schemeClr val="tx1"/>
                </a:gs>
              </a:gsLst>
              <a:lin ang="13500000" scaled="1"/>
              <a:tileRect/>
            </a:gradFill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7ACB4FA-AD26-48C2-740E-CE08C5BCB3AD}"/>
                </a:ext>
              </a:extLst>
            </p:cNvPr>
            <p:cNvSpPr txBox="1"/>
            <p:nvPr/>
          </p:nvSpPr>
          <p:spPr>
            <a:xfrm>
              <a:off x="51625" y="3419004"/>
              <a:ext cx="296433" cy="21544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800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DEFF342-DFC0-3CA5-1B7E-B0B9253E2467}"/>
                </a:ext>
              </a:extLst>
            </p:cNvPr>
            <p:cNvSpPr txBox="1"/>
            <p:nvPr/>
          </p:nvSpPr>
          <p:spPr>
            <a:xfrm>
              <a:off x="293386" y="3438626"/>
              <a:ext cx="237083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i="1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DESCRIBE something…..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C0D05D-59F1-C430-BA24-08001B1719B0}"/>
              </a:ext>
            </a:extLst>
          </p:cNvPr>
          <p:cNvGrpSpPr/>
          <p:nvPr/>
        </p:nvGrpSpPr>
        <p:grpSpPr>
          <a:xfrm>
            <a:off x="28692" y="3289069"/>
            <a:ext cx="3355355" cy="348025"/>
            <a:chOff x="51625" y="3359278"/>
            <a:chExt cx="3355355" cy="348025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B82526C-70B4-67A6-2475-2C7F1EE25BA4}"/>
                </a:ext>
              </a:extLst>
            </p:cNvPr>
            <p:cNvSpPr/>
            <p:nvPr/>
          </p:nvSpPr>
          <p:spPr>
            <a:xfrm>
              <a:off x="293386" y="3359278"/>
              <a:ext cx="3113594" cy="34802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2">
                    <a:lumMod val="25000"/>
                  </a:schemeClr>
                </a:gs>
                <a:gs pos="0">
                  <a:schemeClr val="bg2">
                    <a:lumMod val="10000"/>
                  </a:schemeClr>
                </a:gs>
                <a:gs pos="69000">
                  <a:schemeClr val="tx1">
                    <a:lumMod val="95000"/>
                    <a:lumOff val="5000"/>
                  </a:schemeClr>
                </a:gs>
                <a:gs pos="97000">
                  <a:schemeClr val="tx1"/>
                </a:gs>
              </a:gsLst>
              <a:lin ang="13500000" scaled="1"/>
              <a:tileRect/>
            </a:gradFill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72C3DA3-8842-4F87-84E3-8629DAF03650}"/>
                </a:ext>
              </a:extLst>
            </p:cNvPr>
            <p:cNvSpPr txBox="1"/>
            <p:nvPr/>
          </p:nvSpPr>
          <p:spPr>
            <a:xfrm>
              <a:off x="51625" y="3419004"/>
              <a:ext cx="296433" cy="21544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800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771E1DB-33A3-D587-FA06-0BEBE9789E4A}"/>
                </a:ext>
              </a:extLst>
            </p:cNvPr>
            <p:cNvSpPr txBox="1"/>
            <p:nvPr/>
          </p:nvSpPr>
          <p:spPr>
            <a:xfrm>
              <a:off x="293386" y="3438626"/>
              <a:ext cx="237083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i="1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DESCRIBE something…..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FA5518B-DFD0-D752-87D5-96FECEBF6737}"/>
              </a:ext>
            </a:extLst>
          </p:cNvPr>
          <p:cNvGrpSpPr/>
          <p:nvPr/>
        </p:nvGrpSpPr>
        <p:grpSpPr>
          <a:xfrm>
            <a:off x="28692" y="3418313"/>
            <a:ext cx="3355355" cy="348025"/>
            <a:chOff x="51625" y="3359278"/>
            <a:chExt cx="3355355" cy="348025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1C989D1-FCE1-FD01-B019-D7CA375F8799}"/>
                </a:ext>
              </a:extLst>
            </p:cNvPr>
            <p:cNvSpPr/>
            <p:nvPr/>
          </p:nvSpPr>
          <p:spPr>
            <a:xfrm>
              <a:off x="293386" y="3359278"/>
              <a:ext cx="3113594" cy="34802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2">
                    <a:lumMod val="25000"/>
                  </a:schemeClr>
                </a:gs>
                <a:gs pos="0">
                  <a:schemeClr val="bg2">
                    <a:lumMod val="10000"/>
                  </a:schemeClr>
                </a:gs>
                <a:gs pos="69000">
                  <a:schemeClr val="tx1">
                    <a:lumMod val="95000"/>
                    <a:lumOff val="5000"/>
                  </a:schemeClr>
                </a:gs>
                <a:gs pos="97000">
                  <a:schemeClr val="tx1"/>
                </a:gs>
              </a:gsLst>
              <a:lin ang="13500000" scaled="1"/>
              <a:tileRect/>
            </a:gradFill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F155362-2FDA-509C-B1E1-D000F822CAD2}"/>
                </a:ext>
              </a:extLst>
            </p:cNvPr>
            <p:cNvSpPr txBox="1"/>
            <p:nvPr/>
          </p:nvSpPr>
          <p:spPr>
            <a:xfrm>
              <a:off x="51625" y="3419004"/>
              <a:ext cx="296433" cy="21544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800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B47D84D-2CD9-F69C-492C-B4EDBC977BF7}"/>
                </a:ext>
              </a:extLst>
            </p:cNvPr>
            <p:cNvSpPr txBox="1"/>
            <p:nvPr/>
          </p:nvSpPr>
          <p:spPr>
            <a:xfrm>
              <a:off x="293386" y="3438626"/>
              <a:ext cx="237083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i="1" spc="150" dirty="0">
                  <a:solidFill>
                    <a:schemeClr val="bg2">
                      <a:lumMod val="2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DESCRIBE something…..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FE0D9E85-7C75-FA41-1801-CA3FF1388B48}"/>
              </a:ext>
            </a:extLst>
          </p:cNvPr>
          <p:cNvSpPr txBox="1"/>
          <p:nvPr/>
        </p:nvSpPr>
        <p:spPr>
          <a:xfrm>
            <a:off x="1448461" y="1585043"/>
            <a:ext cx="30781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MANAGER</a:t>
            </a:r>
            <a:endParaRPr lang="en-GB" sz="1400" spc="300" dirty="0">
              <a:solidFill>
                <a:schemeClr val="bg1">
                  <a:lumMod val="9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D16DEC-53EA-6626-04CE-732125758F19}"/>
              </a:ext>
            </a:extLst>
          </p:cNvPr>
          <p:cNvSpPr txBox="1"/>
          <p:nvPr/>
        </p:nvSpPr>
        <p:spPr>
          <a:xfrm>
            <a:off x="7454621" y="1598497"/>
            <a:ext cx="30781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spc="300" dirty="0">
                <a:solidFill>
                  <a:schemeClr val="bg2">
                    <a:lumMod val="2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VIEWER</a:t>
            </a:r>
            <a:endParaRPr lang="en-GB" sz="1400" spc="300" dirty="0">
              <a:solidFill>
                <a:schemeClr val="bg2">
                  <a:lumMod val="2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3DA1DC7-66F0-BBC7-8277-5957813CA247}"/>
              </a:ext>
            </a:extLst>
          </p:cNvPr>
          <p:cNvCxnSpPr>
            <a:cxnSpLocks/>
          </p:cNvCxnSpPr>
          <p:nvPr/>
        </p:nvCxnSpPr>
        <p:spPr>
          <a:xfrm>
            <a:off x="2451153" y="1836642"/>
            <a:ext cx="1004549" cy="13454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286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01C2E-C3F0-6266-D028-6AB6F2A79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7D2B45B6-CE35-DC52-3D11-ED967A21693B}"/>
              </a:ext>
            </a:extLst>
          </p:cNvPr>
          <p:cNvSpPr txBox="1"/>
          <p:nvPr/>
        </p:nvSpPr>
        <p:spPr>
          <a:xfrm>
            <a:off x="1448461" y="1549363"/>
            <a:ext cx="30781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spc="300" dirty="0">
                <a:solidFill>
                  <a:schemeClr val="bg2">
                    <a:lumMod val="2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MANAGER</a:t>
            </a:r>
            <a:endParaRPr lang="en-GB" sz="1400" spc="300" dirty="0">
              <a:solidFill>
                <a:schemeClr val="bg2">
                  <a:lumMod val="2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D8E1F7-F6D9-3402-CAD2-CBA94A643B1D}"/>
              </a:ext>
            </a:extLst>
          </p:cNvPr>
          <p:cNvSpPr txBox="1"/>
          <p:nvPr/>
        </p:nvSpPr>
        <p:spPr>
          <a:xfrm>
            <a:off x="5201053" y="6609719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854011-FAA2-CBA2-183A-0AEAC053290E}"/>
              </a:ext>
            </a:extLst>
          </p:cNvPr>
          <p:cNvSpPr txBox="1"/>
          <p:nvPr/>
        </p:nvSpPr>
        <p:spPr>
          <a:xfrm>
            <a:off x="10312891" y="28115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DE2F18-1654-9A5E-9927-6F48154AD967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FB69EE2-7944-402B-76DA-A7059A26E3C6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082BE5C0-8E83-AAA5-87FB-B08E0C084C1E}"/>
              </a:ext>
            </a:extLst>
          </p:cNvPr>
          <p:cNvGrpSpPr/>
          <p:nvPr/>
        </p:nvGrpSpPr>
        <p:grpSpPr>
          <a:xfrm>
            <a:off x="124618" y="6602699"/>
            <a:ext cx="7567772" cy="169277"/>
            <a:chOff x="124618" y="6578595"/>
            <a:chExt cx="7567772" cy="16927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9001A6-B0FE-3942-82DA-B881E616DC7E}"/>
                </a:ext>
              </a:extLst>
            </p:cNvPr>
            <p:cNvSpPr txBox="1"/>
            <p:nvPr/>
          </p:nvSpPr>
          <p:spPr>
            <a:xfrm>
              <a:off x="124618" y="6578595"/>
              <a:ext cx="7567772" cy="16927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OWNER: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MATTHEW DODDS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START DATE: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24/11/25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STATUS: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DEVELOPMENT </a:t>
              </a:r>
              <a:r>
                <a:rPr lang="en-GB" sz="5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PROGRESS:</a:t>
              </a:r>
              <a:r>
                <a:rPr lang="en-GB" sz="500" spc="15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15</a:t>
              </a:r>
              <a:r>
                <a:rPr lang="en-GB" sz="500" spc="3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%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0B0B8B1-D1B6-8D7E-492B-3541D34F3104}"/>
                </a:ext>
              </a:extLst>
            </p:cNvPr>
            <p:cNvGrpSpPr/>
            <p:nvPr/>
          </p:nvGrpSpPr>
          <p:grpSpPr>
            <a:xfrm>
              <a:off x="4385911" y="6657218"/>
              <a:ext cx="602024" cy="2379"/>
              <a:chOff x="5931409" y="6657218"/>
              <a:chExt cx="602024" cy="2379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0B38689-7C68-7E7E-F320-B05ECF06BB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1409" y="6659597"/>
                <a:ext cx="602024" cy="0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9CECF510-D4B7-DCF5-1F68-C708082480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8789" y="6657218"/>
                <a:ext cx="255069" cy="0"/>
              </a:xfrm>
              <a:prstGeom prst="line">
                <a:avLst/>
              </a:prstGeom>
              <a:ln w="6350">
                <a:solidFill>
                  <a:schemeClr val="accent2">
                    <a:lumMod val="75000"/>
                  </a:schemeClr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F657C3C-A67B-7834-4635-19DA52CBCA27}"/>
              </a:ext>
            </a:extLst>
          </p:cNvPr>
          <p:cNvGrpSpPr/>
          <p:nvPr/>
        </p:nvGrpSpPr>
        <p:grpSpPr>
          <a:xfrm>
            <a:off x="11356731" y="6262511"/>
            <a:ext cx="662697" cy="205404"/>
            <a:chOff x="4451258" y="4630747"/>
            <a:chExt cx="662697" cy="274083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901DC2D9-2683-B053-4C45-460FBD43DDBD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4059E6F-A957-DF97-5360-0B4DB355CB1F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DBE98D8-6121-DC7E-DC4D-0FC2163826D3}"/>
              </a:ext>
            </a:extLst>
          </p:cNvPr>
          <p:cNvGrpSpPr/>
          <p:nvPr/>
        </p:nvGrpSpPr>
        <p:grpSpPr>
          <a:xfrm>
            <a:off x="9822459" y="6262506"/>
            <a:ext cx="706140" cy="204727"/>
            <a:chOff x="4451258" y="4631650"/>
            <a:chExt cx="706140" cy="273180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83A49053-81D7-58E1-C44A-06670ADAD348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C303BD4-3A94-2FCE-6B9A-B185E9F28F97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072FC89-0976-CD67-CB86-BD9F26FD0E6F}"/>
              </a:ext>
            </a:extLst>
          </p:cNvPr>
          <p:cNvGrpSpPr/>
          <p:nvPr/>
        </p:nvGrpSpPr>
        <p:grpSpPr>
          <a:xfrm>
            <a:off x="10594937" y="6262506"/>
            <a:ext cx="691564" cy="204727"/>
            <a:chOff x="4451258" y="4631650"/>
            <a:chExt cx="691564" cy="273180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D99B6279-3900-AC22-2301-74BD50561D56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9426281-49A2-0E93-745A-8D4A033F5E63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8C0EC6FB-223A-BA1A-10BB-3467A01B8412}"/>
              </a:ext>
            </a:extLst>
          </p:cNvPr>
          <p:cNvSpPr/>
          <p:nvPr/>
        </p:nvSpPr>
        <p:spPr>
          <a:xfrm>
            <a:off x="3430302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1AB9D5C-A981-0F6A-3501-5D1C20AB9477}"/>
              </a:ext>
            </a:extLst>
          </p:cNvPr>
          <p:cNvSpPr txBox="1"/>
          <p:nvPr/>
        </p:nvSpPr>
        <p:spPr>
          <a:xfrm>
            <a:off x="4757647" y="5728609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02EA43-30D4-1CAC-FCDC-3CEDA708B646}"/>
              </a:ext>
            </a:extLst>
          </p:cNvPr>
          <p:cNvSpPr txBox="1"/>
          <p:nvPr/>
        </p:nvSpPr>
        <p:spPr>
          <a:xfrm>
            <a:off x="2425753" y="324317"/>
            <a:ext cx="7161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07B40E3-6A5F-528F-B907-60D90ABA6A7C}"/>
              </a:ext>
            </a:extLst>
          </p:cNvPr>
          <p:cNvCxnSpPr>
            <a:cxnSpLocks/>
          </p:cNvCxnSpPr>
          <p:nvPr/>
        </p:nvCxnSpPr>
        <p:spPr>
          <a:xfrm>
            <a:off x="0" y="929392"/>
            <a:ext cx="1210224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2AE22EF1-A278-6014-EE8D-A59B54BA1358}"/>
              </a:ext>
            </a:extLst>
          </p:cNvPr>
          <p:cNvGrpSpPr/>
          <p:nvPr/>
        </p:nvGrpSpPr>
        <p:grpSpPr>
          <a:xfrm>
            <a:off x="749673" y="6000752"/>
            <a:ext cx="583133" cy="525190"/>
            <a:chOff x="3873761" y="1419470"/>
            <a:chExt cx="4580014" cy="401906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B9B85EF-0017-AC52-63C4-5A02FBF5D9A5}"/>
                </a:ext>
              </a:extLst>
            </p:cNvPr>
            <p:cNvGrpSpPr/>
            <p:nvPr/>
          </p:nvGrpSpPr>
          <p:grpSpPr>
            <a:xfrm>
              <a:off x="3873761" y="1419470"/>
              <a:ext cx="4580014" cy="4019060"/>
              <a:chOff x="3430511" y="1067290"/>
              <a:chExt cx="5466513" cy="4990025"/>
            </a:xfrm>
          </p:grpSpPr>
          <p:sp>
            <p:nvSpPr>
              <p:cNvPr id="23" name="Circle: Hollow 22">
                <a:extLst>
                  <a:ext uri="{FF2B5EF4-FFF2-40B4-BE49-F238E27FC236}">
                    <a16:creationId xmlns:a16="http://schemas.microsoft.com/office/drawing/2014/main" id="{82A540CA-4DA5-53B5-BFC4-735D41D59475}"/>
                  </a:ext>
                </a:extLst>
              </p:cNvPr>
              <p:cNvSpPr/>
              <p:nvPr/>
            </p:nvSpPr>
            <p:spPr>
              <a:xfrm>
                <a:off x="3943082" y="1512700"/>
                <a:ext cx="4441371" cy="4085929"/>
              </a:xfrm>
              <a:prstGeom prst="donut">
                <a:avLst>
                  <a:gd name="adj" fmla="val 3672"/>
                </a:avLst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69000">
                    <a:srgbClr val="D65700"/>
                  </a:gs>
                  <a:gs pos="13000">
                    <a:srgbClr val="957D3B"/>
                  </a:gs>
                  <a:gs pos="31000">
                    <a:schemeClr val="bg1">
                      <a:lumMod val="8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5BF928CE-221B-1F3E-5202-14428EA8017E}"/>
                  </a:ext>
                </a:extLst>
              </p:cNvPr>
              <p:cNvSpPr/>
              <p:nvPr/>
            </p:nvSpPr>
            <p:spPr>
              <a:xfrm>
                <a:off x="6024571" y="1067290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Isosceles Triangle 33">
                <a:extLst>
                  <a:ext uri="{FF2B5EF4-FFF2-40B4-BE49-F238E27FC236}">
                    <a16:creationId xmlns:a16="http://schemas.microsoft.com/office/drawing/2014/main" id="{9FEBC597-CBF4-8D84-D725-0F923169A7B3}"/>
                  </a:ext>
                </a:extLst>
              </p:cNvPr>
              <p:cNvSpPr/>
              <p:nvPr/>
            </p:nvSpPr>
            <p:spPr>
              <a:xfrm rot="16200000">
                <a:off x="3520999" y="3307692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Isosceles Triangle 34">
                <a:extLst>
                  <a:ext uri="{FF2B5EF4-FFF2-40B4-BE49-F238E27FC236}">
                    <a16:creationId xmlns:a16="http://schemas.microsoft.com/office/drawing/2014/main" id="{E7F214CC-7A05-3BE4-E1E5-5BA0554FF59F}"/>
                  </a:ext>
                </a:extLst>
              </p:cNvPr>
              <p:cNvSpPr/>
              <p:nvPr/>
            </p:nvSpPr>
            <p:spPr>
              <a:xfrm rot="10800000">
                <a:off x="6070046" y="5666790"/>
                <a:ext cx="209549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C80895B6-9328-3C7E-FB42-5A5B32DC5F7E}"/>
                  </a:ext>
                </a:extLst>
              </p:cNvPr>
              <p:cNvSpPr/>
              <p:nvPr/>
            </p:nvSpPr>
            <p:spPr>
              <a:xfrm rot="5400000" flipH="1">
                <a:off x="8596987" y="3309546"/>
                <a:ext cx="209550" cy="390525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2">
                      <a:lumMod val="89000"/>
                    </a:schemeClr>
                  </a:gs>
                  <a:gs pos="32000">
                    <a:schemeClr val="accent2">
                      <a:lumMod val="75000"/>
                    </a:schemeClr>
                  </a:gs>
                  <a:gs pos="97000">
                    <a:schemeClr val="tx1">
                      <a:lumMod val="85000"/>
                      <a:lumOff val="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EEA8BAB-789C-D6C5-4B9D-6F2B25160F60}"/>
                </a:ext>
              </a:extLst>
            </p:cNvPr>
            <p:cNvGrpSpPr/>
            <p:nvPr/>
          </p:nvGrpSpPr>
          <p:grpSpPr>
            <a:xfrm>
              <a:off x="6126173" y="2002372"/>
              <a:ext cx="42282" cy="1260053"/>
              <a:chOff x="6151571" y="2061636"/>
              <a:chExt cx="42282" cy="1260053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719518A-3346-BE7F-AB7F-40A52A2F9C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3853" y="2061636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43C5E636-9682-E95E-D894-B7B6CB2E5CAB}"/>
                  </a:ext>
                </a:extLst>
              </p:cNvPr>
              <p:cNvCxnSpPr/>
              <p:nvPr/>
            </p:nvCxnSpPr>
            <p:spPr>
              <a:xfrm>
                <a:off x="6151571" y="2120378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941A4BD-ED6F-9C13-FA04-27B9B277B9C0}"/>
                </a:ext>
              </a:extLst>
            </p:cNvPr>
            <p:cNvGrpSpPr/>
            <p:nvPr/>
          </p:nvGrpSpPr>
          <p:grpSpPr>
            <a:xfrm rot="5400000">
              <a:off x="7238918" y="2848753"/>
              <a:ext cx="33798" cy="1109945"/>
              <a:chOff x="6143827" y="2052647"/>
              <a:chExt cx="28909" cy="1244165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73AF3503-3795-6F5F-A93A-86A27AE58E6C}"/>
                  </a:ext>
                </a:extLst>
              </p:cNvPr>
              <p:cNvCxnSpPr/>
              <p:nvPr/>
            </p:nvCxnSpPr>
            <p:spPr>
              <a:xfrm>
                <a:off x="6143827" y="2095501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4A92B1E6-CF75-CC56-DCCA-A6F83A6B64E6}"/>
                  </a:ext>
                </a:extLst>
              </p:cNvPr>
              <p:cNvCxnSpPr/>
              <p:nvPr/>
            </p:nvCxnSpPr>
            <p:spPr>
              <a:xfrm>
                <a:off x="6172736" y="2052647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13417578-8CAC-012A-2B2B-E83D7CF626B6}"/>
                </a:ext>
              </a:extLst>
            </p:cNvPr>
            <p:cNvGrpSpPr/>
            <p:nvPr/>
          </p:nvGrpSpPr>
          <p:grpSpPr>
            <a:xfrm rot="5400000" flipH="1" flipV="1">
              <a:off x="5002502" y="2831853"/>
              <a:ext cx="33798" cy="1109945"/>
              <a:chOff x="6143827" y="2052647"/>
              <a:chExt cx="28909" cy="1244165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6387F337-BB36-0A60-5764-3E4CAE6CA0B5}"/>
                  </a:ext>
                </a:extLst>
              </p:cNvPr>
              <p:cNvCxnSpPr/>
              <p:nvPr/>
            </p:nvCxnSpPr>
            <p:spPr>
              <a:xfrm>
                <a:off x="6143827" y="2095501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84FA163C-2509-933A-0F4C-76AC6C3F29AE}"/>
                  </a:ext>
                </a:extLst>
              </p:cNvPr>
              <p:cNvCxnSpPr/>
              <p:nvPr/>
            </p:nvCxnSpPr>
            <p:spPr>
              <a:xfrm>
                <a:off x="6172736" y="2052647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BA44BE8-5FBD-C3A6-B2C2-7F14549AC2BE}"/>
                </a:ext>
              </a:extLst>
            </p:cNvPr>
            <p:cNvGrpSpPr/>
            <p:nvPr/>
          </p:nvGrpSpPr>
          <p:grpSpPr>
            <a:xfrm flipH="1" flipV="1">
              <a:off x="6138873" y="3583522"/>
              <a:ext cx="42282" cy="1260053"/>
              <a:chOff x="6151571" y="2061636"/>
              <a:chExt cx="42282" cy="1260053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F3EFDE6F-E8B1-5D4F-AC78-D2183389A5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3853" y="2061636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E04A1CCB-30E3-A0F7-B31B-55CD4D4A4D42}"/>
                  </a:ext>
                </a:extLst>
              </p:cNvPr>
              <p:cNvCxnSpPr/>
              <p:nvPr/>
            </p:nvCxnSpPr>
            <p:spPr>
              <a:xfrm>
                <a:off x="6151571" y="2120378"/>
                <a:ext cx="0" cy="1201311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2">
                        <a:lumMod val="89000"/>
                      </a:schemeClr>
                    </a:gs>
                    <a:gs pos="23000">
                      <a:schemeClr val="accent2">
                        <a:lumMod val="89000"/>
                      </a:schemeClr>
                    </a:gs>
                    <a:gs pos="69000">
                      <a:schemeClr val="accent2">
                        <a:lumMod val="75000"/>
                      </a:schemeClr>
                    </a:gs>
                    <a:gs pos="97000">
                      <a:schemeClr val="accent2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1547DBE-FA46-50C1-A779-8515CCB3B666}"/>
              </a:ext>
            </a:extLst>
          </p:cNvPr>
          <p:cNvGrpSpPr/>
          <p:nvPr/>
        </p:nvGrpSpPr>
        <p:grpSpPr>
          <a:xfrm>
            <a:off x="243232" y="145824"/>
            <a:ext cx="707659" cy="693692"/>
            <a:chOff x="3923641" y="1771650"/>
            <a:chExt cx="3072140" cy="31209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CC1ADDB-3C19-BC4A-45ED-0658C07B9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3641" y="1771650"/>
              <a:ext cx="3072140" cy="3120904"/>
            </a:xfrm>
            <a:prstGeom prst="ellipse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09DAFF0-A654-AE12-2C3F-739B0BCDE84E}"/>
                </a:ext>
              </a:extLst>
            </p:cNvPr>
            <p:cNvSpPr/>
            <p:nvPr/>
          </p:nvSpPr>
          <p:spPr>
            <a:xfrm>
              <a:off x="3923641" y="1790699"/>
              <a:ext cx="3072140" cy="3092329"/>
            </a:xfrm>
            <a:prstGeom prst="ellipse">
              <a:avLst/>
            </a:prstGeom>
            <a:noFill/>
            <a:ln w="5397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bg2">
                      <a:lumMod val="10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3BE6D9-46C1-17C2-7324-59038E6F8830}"/>
              </a:ext>
            </a:extLst>
          </p:cNvPr>
          <p:cNvGrpSpPr/>
          <p:nvPr/>
        </p:nvGrpSpPr>
        <p:grpSpPr>
          <a:xfrm>
            <a:off x="76100" y="6071647"/>
            <a:ext cx="701147" cy="401282"/>
            <a:chOff x="267137" y="5961402"/>
            <a:chExt cx="701147" cy="401282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8610CD7-B7FF-C6CF-0A8F-C049E2451151}"/>
                </a:ext>
              </a:extLst>
            </p:cNvPr>
            <p:cNvSpPr/>
            <p:nvPr/>
          </p:nvSpPr>
          <p:spPr>
            <a:xfrm>
              <a:off x="362449" y="5961402"/>
              <a:ext cx="483011" cy="401282"/>
            </a:xfrm>
            <a:prstGeom prst="ellipse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5EFF6E0-69EC-2291-A5C9-3EB1E1108172}"/>
                </a:ext>
              </a:extLst>
            </p:cNvPr>
            <p:cNvSpPr txBox="1"/>
            <p:nvPr/>
          </p:nvSpPr>
          <p:spPr>
            <a:xfrm>
              <a:off x="267137" y="6080077"/>
              <a:ext cx="701147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" spc="200" dirty="0">
                  <a:solidFill>
                    <a:schemeClr val="bg1">
                      <a:lumMod val="6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ANALYTICS</a:t>
              </a:r>
              <a:endParaRPr lang="en-GB" sz="8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80354B5-D266-EA32-9254-358A7BB2E256}"/>
              </a:ext>
            </a:extLst>
          </p:cNvPr>
          <p:cNvSpPr txBox="1"/>
          <p:nvPr/>
        </p:nvSpPr>
        <p:spPr>
          <a:xfrm>
            <a:off x="5679018" y="677037"/>
            <a:ext cx="10170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DESIGN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821C34-9FC8-ED76-FEEF-501A75811A5F}"/>
              </a:ext>
            </a:extLst>
          </p:cNvPr>
          <p:cNvSpPr txBox="1"/>
          <p:nvPr/>
        </p:nvSpPr>
        <p:spPr>
          <a:xfrm>
            <a:off x="4557719" y="1153876"/>
            <a:ext cx="3078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SCALAR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78AF77-3C84-2CF3-E62C-C1D25ED1F42B}"/>
              </a:ext>
            </a:extLst>
          </p:cNvPr>
          <p:cNvSpPr txBox="1"/>
          <p:nvPr/>
        </p:nvSpPr>
        <p:spPr>
          <a:xfrm>
            <a:off x="5445463" y="1381574"/>
            <a:ext cx="13010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2">
                    <a:lumMod val="50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Scalar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73D74B-5373-29DD-285A-DD54DB216E05}"/>
              </a:ext>
            </a:extLst>
          </p:cNvPr>
          <p:cNvSpPr txBox="1"/>
          <p:nvPr/>
        </p:nvSpPr>
        <p:spPr>
          <a:xfrm>
            <a:off x="5478809" y="1554221"/>
            <a:ext cx="13010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Module: 1</a:t>
            </a:r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C4D4F554-9DC3-60E9-994B-3210D07A3E04}"/>
              </a:ext>
            </a:extLst>
          </p:cNvPr>
          <p:cNvCxnSpPr>
            <a:cxnSpLocks/>
          </p:cNvCxnSpPr>
          <p:nvPr/>
        </p:nvCxnSpPr>
        <p:spPr>
          <a:xfrm>
            <a:off x="0" y="92939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42DAF2FF-B996-89B6-F7B1-73973452FC38}"/>
              </a:ext>
            </a:extLst>
          </p:cNvPr>
          <p:cNvSpPr/>
          <p:nvPr/>
        </p:nvSpPr>
        <p:spPr>
          <a:xfrm>
            <a:off x="5930725" y="1762006"/>
            <a:ext cx="357036" cy="312954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12DCA4-FC74-0ACE-1B9A-42E3D645F1E7}"/>
              </a:ext>
            </a:extLst>
          </p:cNvPr>
          <p:cNvSpPr txBox="1"/>
          <p:nvPr/>
        </p:nvSpPr>
        <p:spPr>
          <a:xfrm>
            <a:off x="7454621" y="1598497"/>
            <a:ext cx="30781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VIEWER</a:t>
            </a:r>
            <a:endParaRPr lang="en-GB" sz="1400" spc="300" dirty="0">
              <a:solidFill>
                <a:schemeClr val="bg1">
                  <a:lumMod val="9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ECF0F70-3D17-7D6A-2C51-6D2805754698}"/>
              </a:ext>
            </a:extLst>
          </p:cNvPr>
          <p:cNvCxnSpPr>
            <a:cxnSpLocks/>
          </p:cNvCxnSpPr>
          <p:nvPr/>
        </p:nvCxnSpPr>
        <p:spPr>
          <a:xfrm>
            <a:off x="8491405" y="1837739"/>
            <a:ext cx="98279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0AEAFFD-6534-059C-8193-66A9E1732AA2}"/>
              </a:ext>
            </a:extLst>
          </p:cNvPr>
          <p:cNvSpPr txBox="1"/>
          <p:nvPr/>
        </p:nvSpPr>
        <p:spPr>
          <a:xfrm>
            <a:off x="180272" y="2517234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rgbClr val="FF66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Learning Objective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2CE7A6-ACF0-134F-27CF-4FBB3EDF45D1}"/>
              </a:ext>
            </a:extLst>
          </p:cNvPr>
          <p:cNvSpPr txBox="1"/>
          <p:nvPr/>
        </p:nvSpPr>
        <p:spPr>
          <a:xfrm>
            <a:off x="2567188" y="2525943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E9BC88C-FFEC-9A07-8EA7-F66DF13D7F8C}"/>
              </a:ext>
            </a:extLst>
          </p:cNvPr>
          <p:cNvSpPr txBox="1"/>
          <p:nvPr/>
        </p:nvSpPr>
        <p:spPr>
          <a:xfrm>
            <a:off x="4923389" y="2525943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Topic	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053A7A-8848-070D-46C2-37DB5A175098}"/>
              </a:ext>
            </a:extLst>
          </p:cNvPr>
          <p:cNvSpPr txBox="1"/>
          <p:nvPr/>
        </p:nvSpPr>
        <p:spPr>
          <a:xfrm>
            <a:off x="7316115" y="2526845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Subtopic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BB7D9B-E429-90A3-0B59-C898791F65FA}"/>
              </a:ext>
            </a:extLst>
          </p:cNvPr>
          <p:cNvSpPr txBox="1"/>
          <p:nvPr/>
        </p:nvSpPr>
        <p:spPr>
          <a:xfrm>
            <a:off x="9606672" y="2529207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Performance Criteria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CAE1538-B211-3915-4885-FB39CC8BD4E6}"/>
              </a:ext>
            </a:extLst>
          </p:cNvPr>
          <p:cNvCxnSpPr>
            <a:cxnSpLocks/>
          </p:cNvCxnSpPr>
          <p:nvPr/>
        </p:nvCxnSpPr>
        <p:spPr>
          <a:xfrm>
            <a:off x="234162" y="2295456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CDF7270-87E9-AA81-7E35-49E413CF9352}"/>
              </a:ext>
            </a:extLst>
          </p:cNvPr>
          <p:cNvCxnSpPr>
            <a:cxnSpLocks/>
          </p:cNvCxnSpPr>
          <p:nvPr/>
        </p:nvCxnSpPr>
        <p:spPr>
          <a:xfrm>
            <a:off x="234162" y="3091146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B292E7D-14B9-2EFD-03AF-665EEC42AE64}"/>
              </a:ext>
            </a:extLst>
          </p:cNvPr>
          <p:cNvGrpSpPr/>
          <p:nvPr/>
        </p:nvGrpSpPr>
        <p:grpSpPr>
          <a:xfrm>
            <a:off x="171412" y="3237930"/>
            <a:ext cx="11884276" cy="570477"/>
            <a:chOff x="191274" y="2719775"/>
            <a:chExt cx="11884276" cy="57047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3978B1C-6804-2A7B-43C8-993EFA7EDC8B}"/>
                </a:ext>
              </a:extLst>
            </p:cNvPr>
            <p:cNvSpPr txBox="1"/>
            <p:nvPr/>
          </p:nvSpPr>
          <p:spPr>
            <a:xfrm>
              <a:off x="191274" y="2767336"/>
              <a:ext cx="1103562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Explain…</a:t>
              </a: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Describe…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6515583-E4FD-D6F5-4B4E-6668129E5797}"/>
                </a:ext>
              </a:extLst>
            </p:cNvPr>
            <p:cNvSpPr txBox="1"/>
            <p:nvPr/>
          </p:nvSpPr>
          <p:spPr>
            <a:xfrm>
              <a:off x="2587050" y="2765176"/>
              <a:ext cx="1103562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Introduction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History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Case Study 1 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1F2B3CE-B124-628A-3083-7BBF53510B07}"/>
                </a:ext>
              </a:extLst>
            </p:cNvPr>
            <p:cNvSpPr txBox="1"/>
            <p:nvPr/>
          </p:nvSpPr>
          <p:spPr>
            <a:xfrm>
              <a:off x="4982826" y="2719775"/>
              <a:ext cx="1439795" cy="4616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   Overview</a:t>
              </a:r>
            </a:p>
            <a:p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   Relevance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2.1   The beginnings 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2.2   Famous Cases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4412A39-D353-BED3-78D4-2230F6431533}"/>
                </a:ext>
              </a:extLst>
            </p:cNvPr>
            <p:cNvSpPr txBox="1"/>
            <p:nvPr/>
          </p:nvSpPr>
          <p:spPr>
            <a:xfrm>
              <a:off x="7335977" y="2736254"/>
              <a:ext cx="1912502" cy="55399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1.1.1   Example 1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1.1.2   Example 2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1.1.3   Example 3</a:t>
              </a:r>
            </a:p>
            <a:p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1.2.1   Example 4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1.2.2   Example 5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06E2633-A01E-3A2B-7CFF-F3D051E7DB69}"/>
                </a:ext>
              </a:extLst>
            </p:cNvPr>
            <p:cNvSpPr txBox="1"/>
            <p:nvPr/>
          </p:nvSpPr>
          <p:spPr>
            <a:xfrm>
              <a:off x="9689375" y="2719775"/>
              <a:ext cx="2386175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   Can explain concepts</a:t>
              </a:r>
            </a:p>
            <a:p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   Understands relevance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626E489-E121-F5C9-ACE7-74877B9CC66D}"/>
              </a:ext>
            </a:extLst>
          </p:cNvPr>
          <p:cNvGrpSpPr/>
          <p:nvPr/>
        </p:nvGrpSpPr>
        <p:grpSpPr>
          <a:xfrm>
            <a:off x="190772" y="2349561"/>
            <a:ext cx="1301073" cy="215444"/>
            <a:chOff x="199842" y="2261729"/>
            <a:chExt cx="1301073" cy="215444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10648BA-626A-358A-5E6A-8B0A234B6705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85" name="Isosceles Triangle 84">
              <a:extLst>
                <a:ext uri="{FF2B5EF4-FFF2-40B4-BE49-F238E27FC236}">
                  <a16:creationId xmlns:a16="http://schemas.microsoft.com/office/drawing/2014/main" id="{2DBA8E20-F748-FAC7-DE36-612ECF2D15CE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BB9D223F-B2C2-0208-8733-D46FAB822188}"/>
              </a:ext>
            </a:extLst>
          </p:cNvPr>
          <p:cNvGrpSpPr/>
          <p:nvPr/>
        </p:nvGrpSpPr>
        <p:grpSpPr>
          <a:xfrm>
            <a:off x="241843" y="2662513"/>
            <a:ext cx="11736886" cy="291871"/>
            <a:chOff x="282542" y="2758708"/>
            <a:chExt cx="11736886" cy="291871"/>
          </a:xfrm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040B57B0-7BAF-7E3E-EE20-1FF305D9A39E}"/>
                </a:ext>
              </a:extLst>
            </p:cNvPr>
            <p:cNvSpPr/>
            <p:nvPr/>
          </p:nvSpPr>
          <p:spPr>
            <a:xfrm>
              <a:off x="2643909" y="2763574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588054E7-D02F-09BB-61F5-26D3E32B000B}"/>
                </a:ext>
              </a:extLst>
            </p:cNvPr>
            <p:cNvSpPr/>
            <p:nvPr/>
          </p:nvSpPr>
          <p:spPr>
            <a:xfrm>
              <a:off x="282542" y="2758708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5E347D1B-4676-CA79-8E9B-F852FDA44DF0}"/>
                </a:ext>
              </a:extLst>
            </p:cNvPr>
            <p:cNvSpPr/>
            <p:nvPr/>
          </p:nvSpPr>
          <p:spPr>
            <a:xfrm>
              <a:off x="7366643" y="2771579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060117A7-0B0B-FC2E-F4D7-D3018151F1A4}"/>
                </a:ext>
              </a:extLst>
            </p:cNvPr>
            <p:cNvSpPr/>
            <p:nvPr/>
          </p:nvSpPr>
          <p:spPr>
            <a:xfrm>
              <a:off x="5005276" y="2771579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07434972-3ADD-6F56-926C-076B379ABB48}"/>
                </a:ext>
              </a:extLst>
            </p:cNvPr>
            <p:cNvSpPr/>
            <p:nvPr/>
          </p:nvSpPr>
          <p:spPr>
            <a:xfrm>
              <a:off x="9716063" y="2773580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8570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6A6E3-8879-E9CA-EC1A-A5EA698B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FB3088-1E80-C064-F83C-545DEA13BB6D}"/>
              </a:ext>
            </a:extLst>
          </p:cNvPr>
          <p:cNvSpPr txBox="1"/>
          <p:nvPr/>
        </p:nvSpPr>
        <p:spPr>
          <a:xfrm>
            <a:off x="710394" y="182652"/>
            <a:ext cx="32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4A8985-9B66-DBE0-0534-E9F020AC8F1F}"/>
              </a:ext>
            </a:extLst>
          </p:cNvPr>
          <p:cNvSpPr/>
          <p:nvPr/>
        </p:nvSpPr>
        <p:spPr>
          <a:xfrm>
            <a:off x="276225" y="176543"/>
            <a:ext cx="434169" cy="45037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E8A4FA-6C73-3730-B498-51DAF387CAFC}"/>
              </a:ext>
            </a:extLst>
          </p:cNvPr>
          <p:cNvSpPr txBox="1"/>
          <p:nvPr/>
        </p:nvSpPr>
        <p:spPr>
          <a:xfrm>
            <a:off x="10063824" y="171652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4FF8E8-B317-54D3-8182-C7D233152689}"/>
              </a:ext>
            </a:extLst>
          </p:cNvPr>
          <p:cNvSpPr txBox="1"/>
          <p:nvPr/>
        </p:nvSpPr>
        <p:spPr>
          <a:xfrm>
            <a:off x="8935229" y="13868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B91E64-C15F-F1DE-C7E4-D2B897E1235D}"/>
              </a:ext>
            </a:extLst>
          </p:cNvPr>
          <p:cNvSpPr txBox="1"/>
          <p:nvPr/>
        </p:nvSpPr>
        <p:spPr>
          <a:xfrm>
            <a:off x="4781006" y="1287226"/>
            <a:ext cx="2676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LESSONS &amp; </a:t>
            </a:r>
            <a:r>
              <a:rPr lang="en-GB" sz="1100" u="sng" spc="3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TIMETABLE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78CCF0-A2CB-05AF-6548-084FBFBA77FF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47F543-1869-BE15-41B1-A36BF0750538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CC9CF34-28BF-EB26-CA1C-427551FEEB48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789C97F-8B58-E1AB-A6BA-8ACF8B51B024}"/>
              </a:ext>
            </a:extLst>
          </p:cNvPr>
          <p:cNvGrpSpPr/>
          <p:nvPr/>
        </p:nvGrpSpPr>
        <p:grpSpPr>
          <a:xfrm>
            <a:off x="5190691" y="6654087"/>
            <a:ext cx="3327635" cy="5772"/>
            <a:chOff x="6736189" y="6654087"/>
            <a:chExt cx="3327635" cy="5772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2DA8D20-1B93-39C6-3160-802474D5A5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209" y="6654087"/>
              <a:ext cx="3319615" cy="5772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D01B87B-F626-2E98-4894-26476504B113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7E66F8E-1618-341E-E3A0-6055CEB32F06}"/>
              </a:ext>
            </a:extLst>
          </p:cNvPr>
          <p:cNvCxnSpPr>
            <a:cxnSpLocks/>
          </p:cNvCxnSpPr>
          <p:nvPr/>
        </p:nvCxnSpPr>
        <p:spPr>
          <a:xfrm>
            <a:off x="243232" y="705872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7D450F5-250A-EB1B-460E-147522F04B7D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3A7BF126-C0DD-865C-63DA-184EF7BE0594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C620F413-AAA6-4117-E59F-2BBEDC6657ED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EC60293-E6A1-828C-F710-C43EDB5A9D5C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6D4565AD-0962-0FAD-AF77-21879FF49A8E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09E3895A-11E0-B14A-6BAD-A587E7174139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BB6F700-9CC0-7DC4-538F-AF6B83B453D5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2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92CE9BD-7104-2EEC-5986-E65B7C96BA9C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21B7165F-545E-2106-AE03-2A7AAA7206D7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82C95A4-53E9-B482-AC18-7321AC5A4FA5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C6D7ED26-73EA-408D-EEEF-46BD7A7F77CD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15F5CA0B-1AD6-AFCC-4394-61B631C54DEF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36430DA-A46A-9E57-0B58-4297D2EA6355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1778DA4F-D4AA-F3EE-533F-883622E3BC62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326781A-41E9-927D-7101-CD60D8AA112F}"/>
              </a:ext>
            </a:extLst>
          </p:cNvPr>
          <p:cNvCxnSpPr>
            <a:cxnSpLocks/>
          </p:cNvCxnSpPr>
          <p:nvPr/>
        </p:nvCxnSpPr>
        <p:spPr>
          <a:xfrm>
            <a:off x="272893" y="2261256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BC174BA-89FD-6ABB-1954-72F86BC53DFD}"/>
              </a:ext>
            </a:extLst>
          </p:cNvPr>
          <p:cNvSpPr txBox="1"/>
          <p:nvPr/>
        </p:nvSpPr>
        <p:spPr>
          <a:xfrm>
            <a:off x="2313248" y="1925899"/>
            <a:ext cx="1103562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Introduction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E16CBCD-E420-9988-F3D3-55A76062EF15}"/>
              </a:ext>
            </a:extLst>
          </p:cNvPr>
          <p:cNvGrpSpPr/>
          <p:nvPr/>
        </p:nvGrpSpPr>
        <p:grpSpPr>
          <a:xfrm>
            <a:off x="199842" y="1894963"/>
            <a:ext cx="1301073" cy="215444"/>
            <a:chOff x="199842" y="2261729"/>
            <a:chExt cx="1301073" cy="21544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687BB73-770D-EAB5-1356-DA4EF8C67A7D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83D09361-C5FF-1386-9223-BDC07197B5A5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7B722A7-9757-5368-C466-8E79340CF5F4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BD081D84-EBBF-79A8-76A9-141A64F5EA55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A581F84-2FD0-9BF7-97F5-87E40865503F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86E5EF3-1AAD-875E-69E8-76392181723D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55787F5D-907C-392C-6219-D4FA8CF96ECE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4838E72F-036B-A147-3556-393B6AB9F1EB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B7A3D9A-0406-6480-22AB-82842F9393D8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06B61A39-55F1-92F1-E298-4C7EBA5201C6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92CF9251-B987-B84D-3D0B-199D73E88D12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9324944-9012-92AE-4A72-4C523DC11966}"/>
              </a:ext>
            </a:extLst>
          </p:cNvPr>
          <p:cNvSpPr txBox="1"/>
          <p:nvPr/>
        </p:nvSpPr>
        <p:spPr>
          <a:xfrm>
            <a:off x="2293824" y="1767316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rgbClr val="FF66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0CE3AE2-E6EA-27DC-4AB7-1586B258CE2E}"/>
              </a:ext>
            </a:extLst>
          </p:cNvPr>
          <p:cNvGrpSpPr/>
          <p:nvPr/>
        </p:nvGrpSpPr>
        <p:grpSpPr>
          <a:xfrm>
            <a:off x="4716882" y="1757513"/>
            <a:ext cx="823274" cy="368043"/>
            <a:chOff x="3972607" y="1757513"/>
            <a:chExt cx="823274" cy="368043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ADE855B-D222-7E62-2703-75066D494ABC}"/>
                </a:ext>
              </a:extLst>
            </p:cNvPr>
            <p:cNvSpPr txBox="1"/>
            <p:nvPr/>
          </p:nvSpPr>
          <p:spPr>
            <a:xfrm>
              <a:off x="3972607" y="1924900"/>
              <a:ext cx="823274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0800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BAB6C1-EEFE-FF36-4376-1BB6E63C51DC}"/>
                </a:ext>
              </a:extLst>
            </p:cNvPr>
            <p:cNvSpPr txBox="1"/>
            <p:nvPr/>
          </p:nvSpPr>
          <p:spPr>
            <a:xfrm>
              <a:off x="4013672" y="1757513"/>
              <a:ext cx="74741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Start</a:t>
              </a: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3B74BE59-06EF-18E8-9D87-BEF2101C4196}"/>
                </a:ext>
              </a:extLst>
            </p:cNvPr>
            <p:cNvSpPr/>
            <p:nvPr/>
          </p:nvSpPr>
          <p:spPr>
            <a:xfrm>
              <a:off x="3993754" y="1916225"/>
              <a:ext cx="787252" cy="209331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latin typeface="Candara" panose="020E0502030303020204" pitchFamily="34" charset="0"/>
              </a:endParaRPr>
            </a:p>
          </p:txBody>
        </p:sp>
      </p:grp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84427AB4-9F8E-F590-4E78-9DE4F6ADF732}"/>
              </a:ext>
            </a:extLst>
          </p:cNvPr>
          <p:cNvSpPr/>
          <p:nvPr/>
        </p:nvSpPr>
        <p:spPr>
          <a:xfrm>
            <a:off x="2355395" y="1915574"/>
            <a:ext cx="2303365" cy="204511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9CCFE66-5870-91AC-25C6-9F18B07F9E61}"/>
              </a:ext>
            </a:extLst>
          </p:cNvPr>
          <p:cNvSpPr/>
          <p:nvPr/>
        </p:nvSpPr>
        <p:spPr>
          <a:xfrm rot="17976276">
            <a:off x="4545806" y="1972442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7F1670-0E11-C61B-CAC6-D3B5CDE6647F}"/>
              </a:ext>
            </a:extLst>
          </p:cNvPr>
          <p:cNvSpPr txBox="1"/>
          <p:nvPr/>
        </p:nvSpPr>
        <p:spPr>
          <a:xfrm>
            <a:off x="4958768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4C305E9C-0642-1498-BCC0-2A106F929EF1}"/>
              </a:ext>
            </a:extLst>
          </p:cNvPr>
          <p:cNvGraphicFramePr>
            <a:graphicFrameLocks noGrp="1"/>
          </p:cNvGraphicFramePr>
          <p:nvPr/>
        </p:nvGraphicFramePr>
        <p:xfrm>
          <a:off x="276443" y="2729654"/>
          <a:ext cx="11636925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4525">
                  <a:extLst>
                    <a:ext uri="{9D8B030D-6E8A-4147-A177-3AD203B41FA5}">
                      <a16:colId xmlns:a16="http://schemas.microsoft.com/office/drawing/2014/main" val="2710724902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2198700996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4211089639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461870234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217225624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932113062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252945746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348417355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410382052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121487348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898144839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33004200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61999125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227075432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657723660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03402904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021114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0830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0930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1000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1030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1100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1130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1200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1230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1300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1330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1400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1430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1500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1530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9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700" spc="15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ndara" panose="020E0502030303020204" pitchFamily="34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Introduction</a:t>
                      </a:r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8048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366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2254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721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896687"/>
                  </a:ext>
                </a:extLst>
              </a:tr>
            </a:tbl>
          </a:graphicData>
        </a:graphic>
      </p:graphicFrame>
      <p:grpSp>
        <p:nvGrpSpPr>
          <p:cNvPr id="75" name="Group 74">
            <a:extLst>
              <a:ext uri="{FF2B5EF4-FFF2-40B4-BE49-F238E27FC236}">
                <a16:creationId xmlns:a16="http://schemas.microsoft.com/office/drawing/2014/main" id="{F208CDB5-42F4-3539-0FBB-53A41CBBCADF}"/>
              </a:ext>
            </a:extLst>
          </p:cNvPr>
          <p:cNvGrpSpPr/>
          <p:nvPr/>
        </p:nvGrpSpPr>
        <p:grpSpPr>
          <a:xfrm>
            <a:off x="5587645" y="1761959"/>
            <a:ext cx="823274" cy="368043"/>
            <a:chOff x="3972607" y="1757513"/>
            <a:chExt cx="823274" cy="368043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7C36244-9B8B-39D8-D574-12142AA5183C}"/>
                </a:ext>
              </a:extLst>
            </p:cNvPr>
            <p:cNvSpPr txBox="1"/>
            <p:nvPr/>
          </p:nvSpPr>
          <p:spPr>
            <a:xfrm>
              <a:off x="3972607" y="1924900"/>
              <a:ext cx="823274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0900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D93EE01-8325-75D7-037A-F0DC9F0E8813}"/>
                </a:ext>
              </a:extLst>
            </p:cNvPr>
            <p:cNvSpPr txBox="1"/>
            <p:nvPr/>
          </p:nvSpPr>
          <p:spPr>
            <a:xfrm>
              <a:off x="4013672" y="1757513"/>
              <a:ext cx="74741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Stop</a:t>
              </a:r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DB386CC1-8737-36BB-B31D-7DEFB8BE61E8}"/>
                </a:ext>
              </a:extLst>
            </p:cNvPr>
            <p:cNvSpPr/>
            <p:nvPr/>
          </p:nvSpPr>
          <p:spPr>
            <a:xfrm>
              <a:off x="3993754" y="1916225"/>
              <a:ext cx="787252" cy="209331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9391E44-4231-A4C2-D443-C6C1092BCBD9}"/>
              </a:ext>
            </a:extLst>
          </p:cNvPr>
          <p:cNvGrpSpPr/>
          <p:nvPr/>
        </p:nvGrpSpPr>
        <p:grpSpPr>
          <a:xfrm>
            <a:off x="1454014" y="1773776"/>
            <a:ext cx="823274" cy="346777"/>
            <a:chOff x="3972607" y="1778779"/>
            <a:chExt cx="823274" cy="346777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41581A-4A5B-271E-943B-3B9ACEF1C8D9}"/>
                </a:ext>
              </a:extLst>
            </p:cNvPr>
            <p:cNvSpPr txBox="1"/>
            <p:nvPr/>
          </p:nvSpPr>
          <p:spPr>
            <a:xfrm>
              <a:off x="3972607" y="1924900"/>
              <a:ext cx="823274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72091AD9-9950-2CB1-5601-9AF7ED6604B8}"/>
                </a:ext>
              </a:extLst>
            </p:cNvPr>
            <p:cNvSpPr txBox="1"/>
            <p:nvPr/>
          </p:nvSpPr>
          <p:spPr>
            <a:xfrm>
              <a:off x="4013672" y="1778779"/>
              <a:ext cx="74741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Day</a:t>
              </a: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35EBF4B0-6EEF-2328-1235-8E37578BE016}"/>
                </a:ext>
              </a:extLst>
            </p:cNvPr>
            <p:cNvSpPr/>
            <p:nvPr/>
          </p:nvSpPr>
          <p:spPr>
            <a:xfrm>
              <a:off x="3993754" y="1916225"/>
              <a:ext cx="787252" cy="209331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latin typeface="Candara" panose="020E0502030303020204" pitchFamily="34" charset="0"/>
              </a:endParaRPr>
            </a:p>
          </p:txBody>
        </p:sp>
      </p:grpSp>
      <p:sp>
        <p:nvSpPr>
          <p:cNvPr id="103" name="Oval 102">
            <a:extLst>
              <a:ext uri="{FF2B5EF4-FFF2-40B4-BE49-F238E27FC236}">
                <a16:creationId xmlns:a16="http://schemas.microsoft.com/office/drawing/2014/main" id="{DB2DF70A-429C-29F2-F2DC-1F4126303668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9AB268E-40DC-83F4-E641-FEEA6387B0A7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737AE43-5C0E-6C13-B388-3BD7FE4BAE70}"/>
              </a:ext>
            </a:extLst>
          </p:cNvPr>
          <p:cNvSpPr/>
          <p:nvPr/>
        </p:nvSpPr>
        <p:spPr>
          <a:xfrm>
            <a:off x="7355633" y="1321427"/>
            <a:ext cx="204148" cy="1932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139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C9C65-7E10-51D9-D459-48A53C79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50C5175-6A41-E2FD-F2D9-55AA65CDB398}"/>
              </a:ext>
            </a:extLst>
          </p:cNvPr>
          <p:cNvSpPr txBox="1"/>
          <p:nvPr/>
        </p:nvSpPr>
        <p:spPr>
          <a:xfrm>
            <a:off x="4781006" y="1287226"/>
            <a:ext cx="2676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u="sng" spc="3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LESSONS</a:t>
            </a:r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&amp; TIMETABLE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D1DDC6-0FCE-54F3-EBDE-ED8DE53DAF54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521C15-A756-A0E2-A2C4-F14A19DB1012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0CD054-EF7B-4564-BAD6-5C90FE90AD9F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D91A61B-0F9F-755C-5CF1-FEAAFF5028FF}"/>
              </a:ext>
            </a:extLst>
          </p:cNvPr>
          <p:cNvGrpSpPr/>
          <p:nvPr/>
        </p:nvGrpSpPr>
        <p:grpSpPr>
          <a:xfrm>
            <a:off x="5190691" y="6654350"/>
            <a:ext cx="3327635" cy="5247"/>
            <a:chOff x="6736189" y="6654350"/>
            <a:chExt cx="3327635" cy="524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D94D292-C6E7-24DD-55F7-49E17CBD4A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209" y="6654350"/>
              <a:ext cx="3319615" cy="5247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F3C5FA-8228-99CE-0F41-A7AA985CF21F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94AD615-6F57-164B-1868-3986BE79A082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A980677E-B5B7-0380-68D2-DCEA44C1D0E3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4F185EE0-4272-D608-DE4A-2C4B8F5B9F73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935E31B-4E32-617B-1320-5CA519C32068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73B69945-C847-CD89-3CB9-F337C8D3995D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3BB68A35-4212-CBCB-5099-F0A3DE86AB20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BF6AE28A-E111-AAB2-B788-71A9E3FF9192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2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3236D875-93B0-7BE3-FA43-49C9F552E599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F017DA65-D6BB-8C4F-0E78-873AFC97C4BB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FF767B1-CEAA-38DC-206B-335E33A93675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A834CD1-8F20-5B76-D74E-50F7429B461C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A327A74E-273C-1C61-9FD1-F200BAA4DFD2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1AF308D-2FAC-52A4-9762-78DE7D6FE2D9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931E55F-877D-857C-4D43-2BCFFF938A1C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3161E9C-EB7C-73BC-2908-9920C5885E7D}"/>
              </a:ext>
            </a:extLst>
          </p:cNvPr>
          <p:cNvCxnSpPr>
            <a:cxnSpLocks/>
          </p:cNvCxnSpPr>
          <p:nvPr/>
        </p:nvCxnSpPr>
        <p:spPr>
          <a:xfrm>
            <a:off x="272893" y="2261256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4A9C635-081A-817E-05B1-4B8B13132B78}"/>
              </a:ext>
            </a:extLst>
          </p:cNvPr>
          <p:cNvGrpSpPr/>
          <p:nvPr/>
        </p:nvGrpSpPr>
        <p:grpSpPr>
          <a:xfrm>
            <a:off x="2832476" y="1810218"/>
            <a:ext cx="1301073" cy="215444"/>
            <a:chOff x="199842" y="2261729"/>
            <a:chExt cx="1301073" cy="21544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42EB3E7-20F0-8263-3C51-10E7E907B4EA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79B99663-F628-57F4-2C63-97AE3DAC0FD1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75C56BE-9304-E80A-7FE1-4D3C17DDD224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0FCA4415-55EC-1383-B17F-7CD153A2D2CB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EE9776F2-783E-D216-B71B-0CB1F0BC4EBC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43AC318-F354-5578-E075-62A113CE65ED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7829DAB4-C754-BEE7-AB1A-E09B660F3FF9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A8E56AD0-9B8E-7CBF-507F-59024E32E23E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98C7571-59F9-FC0A-20D8-A3C83CA77594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17E669FE-411D-4BFC-B236-B3E947E5E3CD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3C541F1-9738-E411-7C6B-868AAAD22E1F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FF33B93-7FBC-2CE3-EAB0-88ECB0582B5A}"/>
              </a:ext>
            </a:extLst>
          </p:cNvPr>
          <p:cNvGrpSpPr/>
          <p:nvPr/>
        </p:nvGrpSpPr>
        <p:grpSpPr>
          <a:xfrm>
            <a:off x="4203450" y="1671517"/>
            <a:ext cx="4726303" cy="357735"/>
            <a:chOff x="1570816" y="1756262"/>
            <a:chExt cx="4726303" cy="35773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9101DB3-0BA3-B936-4D3A-3297019222C4}"/>
                </a:ext>
              </a:extLst>
            </p:cNvPr>
            <p:cNvSpPr txBox="1"/>
            <p:nvPr/>
          </p:nvSpPr>
          <p:spPr>
            <a:xfrm>
              <a:off x="1590239" y="1925899"/>
              <a:ext cx="1103562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Introduction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881F2C2-9BF0-CF5B-1FCB-FA882D7A8D46}"/>
                </a:ext>
              </a:extLst>
            </p:cNvPr>
            <p:cNvSpPr txBox="1"/>
            <p:nvPr/>
          </p:nvSpPr>
          <p:spPr>
            <a:xfrm>
              <a:off x="3957732" y="1923945"/>
              <a:ext cx="1439795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   Overview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77E3005-1886-3479-48EB-76313C8F4141}"/>
                </a:ext>
              </a:extLst>
            </p:cNvPr>
            <p:cNvGrpSpPr/>
            <p:nvPr/>
          </p:nvGrpSpPr>
          <p:grpSpPr>
            <a:xfrm>
              <a:off x="1570816" y="1756262"/>
              <a:ext cx="4726303" cy="357735"/>
              <a:chOff x="189342" y="2063638"/>
              <a:chExt cx="4726303" cy="350546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4314D1-54A5-8EA6-1CE0-1BDE49FCEB11}"/>
                  </a:ext>
                </a:extLst>
              </p:cNvPr>
              <p:cNvSpPr txBox="1"/>
              <p:nvPr/>
            </p:nvSpPr>
            <p:spPr>
              <a:xfrm>
                <a:off x="189342" y="2063638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rgbClr val="FF6600"/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Lesson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D02D47-D392-29AA-6FDD-B945FD9A5CA5}"/>
                  </a:ext>
                </a:extLst>
              </p:cNvPr>
              <p:cNvSpPr txBox="1"/>
              <p:nvPr/>
            </p:nvSpPr>
            <p:spPr>
              <a:xfrm>
                <a:off x="2576258" y="2072347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Topic</a:t>
                </a:r>
              </a:p>
            </p:txBody>
          </p:sp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862ADE97-A675-1412-BD32-DE2BD1C56FEB}"/>
                  </a:ext>
                </a:extLst>
              </p:cNvPr>
              <p:cNvSpPr/>
              <p:nvPr/>
            </p:nvSpPr>
            <p:spPr>
              <a:xfrm>
                <a:off x="2612280" y="2213783"/>
                <a:ext cx="2303365" cy="200401"/>
              </a:xfrm>
              <a:prstGeom prst="roundRect">
                <a:avLst>
                  <a:gd name="adj" fmla="val 18131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10D52759-3500-1BF4-652D-54460E5DB3C0}"/>
                  </a:ext>
                </a:extLst>
              </p:cNvPr>
              <p:cNvSpPr/>
              <p:nvPr/>
            </p:nvSpPr>
            <p:spPr>
              <a:xfrm>
                <a:off x="250913" y="2208917"/>
                <a:ext cx="2303365" cy="200401"/>
              </a:xfrm>
              <a:prstGeom prst="roundRect">
                <a:avLst>
                  <a:gd name="adj" fmla="val 18131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3" name="Isosceles Triangle 2">
                <a:extLst>
                  <a:ext uri="{FF2B5EF4-FFF2-40B4-BE49-F238E27FC236}">
                    <a16:creationId xmlns:a16="http://schemas.microsoft.com/office/drawing/2014/main" id="{5DCA82D2-4F6C-2278-76D0-CE9EBB41BA66}"/>
                  </a:ext>
                </a:extLst>
              </p:cNvPr>
              <p:cNvSpPr/>
              <p:nvPr/>
            </p:nvSpPr>
            <p:spPr>
              <a:xfrm rot="17976276">
                <a:off x="2442145" y="2263930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  <p:sp>
            <p:nvSpPr>
              <p:cNvPr id="5" name="Isosceles Triangle 4">
                <a:extLst>
                  <a:ext uri="{FF2B5EF4-FFF2-40B4-BE49-F238E27FC236}">
                    <a16:creationId xmlns:a16="http://schemas.microsoft.com/office/drawing/2014/main" id="{3E8D3B76-A040-FE54-D8C1-36BA4F5750E2}"/>
                  </a:ext>
                </a:extLst>
              </p:cNvPr>
              <p:cNvSpPr/>
              <p:nvPr/>
            </p:nvSpPr>
            <p:spPr>
              <a:xfrm rot="17976276">
                <a:off x="4801792" y="2273711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A41D08D-B6D0-1250-5BC6-9DDCD7902A71}"/>
              </a:ext>
            </a:extLst>
          </p:cNvPr>
          <p:cNvGrpSpPr/>
          <p:nvPr/>
        </p:nvGrpSpPr>
        <p:grpSpPr>
          <a:xfrm>
            <a:off x="60233" y="2506965"/>
            <a:ext cx="2303365" cy="3115492"/>
            <a:chOff x="272893" y="2421901"/>
            <a:chExt cx="2303365" cy="3115492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3E4A65C-F073-625C-9842-33E3A259DF06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1.1.1   Example 1 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A7C6FD0-97F2-2BA4-42CB-2A90FF563B0F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C88384D-D056-12B3-C2B5-F7AAD2E898CC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515A849-6A2C-2D33-8B69-505749C95B83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1D61596A-8317-AAC3-771F-A970CF669658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07893292-F5A7-6DA5-4AFD-4E6E2BF6DEB2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36692DA0-20BE-679C-50B1-E253C27AF423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B7178F32-DDE4-818D-9E68-FD9C0804BC1A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1ADAE90-4685-8087-0259-A5B7C369F002}"/>
              </a:ext>
            </a:extLst>
          </p:cNvPr>
          <p:cNvGrpSpPr/>
          <p:nvPr/>
        </p:nvGrpSpPr>
        <p:grpSpPr>
          <a:xfrm>
            <a:off x="2544161" y="2499879"/>
            <a:ext cx="2303365" cy="3115492"/>
            <a:chOff x="272893" y="2421901"/>
            <a:chExt cx="2303365" cy="311549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E2D282-9AFF-9AF8-8E73-A7918582D726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1.1.2   Example 2 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3A7091E-9A32-870B-2FDB-E9683AC62EDF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8A50FB4-F9B2-452D-FE43-F9F11E9E3E08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E0D805-994A-4A31-C462-06D09941959E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F0DD9FEA-0D05-A939-0294-3EED31EF0EB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647E5D00-F524-5011-747E-23F996FA7076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E74F0F35-BBAE-5D50-9487-A4544A0D6288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53" name="Isosceles Triangle 52">
                <a:extLst>
                  <a:ext uri="{FF2B5EF4-FFF2-40B4-BE49-F238E27FC236}">
                    <a16:creationId xmlns:a16="http://schemas.microsoft.com/office/drawing/2014/main" id="{AA90E145-5481-7D45-33A6-CBA7C3A765BA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A1A4114-E9B3-5DE7-6B5D-0FA76F970CAB}"/>
              </a:ext>
            </a:extLst>
          </p:cNvPr>
          <p:cNvGrpSpPr/>
          <p:nvPr/>
        </p:nvGrpSpPr>
        <p:grpSpPr>
          <a:xfrm>
            <a:off x="4986051" y="2499879"/>
            <a:ext cx="2303365" cy="3115492"/>
            <a:chOff x="272893" y="2421901"/>
            <a:chExt cx="2303365" cy="311549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7036F16-1160-EB1A-A32D-9F3D3EC14B06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1.1.3   Example 3 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8E15430-F463-D8F3-10B0-146AEEE2F1A1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D2EE1F7-7727-F399-0B38-B1B0104A6CAE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943298D-2263-D28F-5D85-91B57B2F9D67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D93D3E48-72E1-22DE-2FF0-9E869807FFB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0D7ECD3B-E59E-0D23-F02C-ADF8E859FE11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A93297E8-5536-66C3-146F-6857C33F88FA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4" name="Isosceles Triangle 63">
                <a:extLst>
                  <a:ext uri="{FF2B5EF4-FFF2-40B4-BE49-F238E27FC236}">
                    <a16:creationId xmlns:a16="http://schemas.microsoft.com/office/drawing/2014/main" id="{D7703716-9266-5F12-AC8F-8A53F76CACAF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BB1043E2-1C9E-BF63-7C94-ACF47FC0688E}"/>
              </a:ext>
            </a:extLst>
          </p:cNvPr>
          <p:cNvSpPr txBox="1"/>
          <p:nvPr/>
        </p:nvSpPr>
        <p:spPr>
          <a:xfrm>
            <a:off x="4958768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731B82B-0DE1-3603-E174-EDF997CD4ACB}"/>
              </a:ext>
            </a:extLst>
          </p:cNvPr>
          <p:cNvGrpSpPr/>
          <p:nvPr/>
        </p:nvGrpSpPr>
        <p:grpSpPr>
          <a:xfrm>
            <a:off x="7388701" y="2503954"/>
            <a:ext cx="2303365" cy="3115492"/>
            <a:chOff x="272893" y="2421901"/>
            <a:chExt cx="2303365" cy="311549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157EB7D-D861-3616-9AF3-742FEF87E115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1.1.2   Example 2 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AC20E78-7A9B-0D02-8854-6C71D2475244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9CF8124-AAB9-3440-CCF6-8D27C29C1842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1BE3C0-DDE5-67B4-8892-F26670D6733F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D363343B-BE1A-236A-16C3-9102DD3EBCA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700C7D88-249C-95DD-30EE-BD3C1671AF8F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724E17BD-2374-989C-4DE7-E3F383CF75B5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BCBF13CC-00A0-98F5-4DA0-076B4A892AAA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E4DDAD7-2621-016F-1B0B-30B012BFD61B}"/>
              </a:ext>
            </a:extLst>
          </p:cNvPr>
          <p:cNvGrpSpPr/>
          <p:nvPr/>
        </p:nvGrpSpPr>
        <p:grpSpPr>
          <a:xfrm>
            <a:off x="9830591" y="2503954"/>
            <a:ext cx="2303365" cy="3115492"/>
            <a:chOff x="272893" y="2421901"/>
            <a:chExt cx="2303365" cy="311549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3F44803-A134-59DC-6681-AAFCE9EA77C7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1.1.3   Example 3 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5BD1AC2-0834-075E-6B18-9FCB54B10E2F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779DAA5-6AD3-1FAC-4FDA-FD33184039E8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B2F5FD8-6D6D-E999-2001-1469662278B0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ED3F66D2-EE3E-2937-104E-540562CBEFC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32F97D3C-E014-1ADF-6669-6E2ECA07A9C7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84199490-8AC0-0C89-6B56-44180579F20E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6" name="Isosceles Triangle 65">
                <a:extLst>
                  <a:ext uri="{FF2B5EF4-FFF2-40B4-BE49-F238E27FC236}">
                    <a16:creationId xmlns:a16="http://schemas.microsoft.com/office/drawing/2014/main" id="{FBDCD2B9-6578-FFFC-C40B-A91954384931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sp>
        <p:nvSpPr>
          <p:cNvPr id="67" name="Oval 66">
            <a:extLst>
              <a:ext uri="{FF2B5EF4-FFF2-40B4-BE49-F238E27FC236}">
                <a16:creationId xmlns:a16="http://schemas.microsoft.com/office/drawing/2014/main" id="{36D59B9D-88CB-BCD3-481C-3A2E54D19BBC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A5D483F-6FD0-4BB2-8F6B-B37564542FDB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921A843-D704-84EE-C8ED-7F6915EA8BDC}"/>
              </a:ext>
            </a:extLst>
          </p:cNvPr>
          <p:cNvSpPr txBox="1"/>
          <p:nvPr/>
        </p:nvSpPr>
        <p:spPr>
          <a:xfrm>
            <a:off x="4222873" y="2043434"/>
            <a:ext cx="24431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i="1" spc="15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LO1: Explain…</a:t>
            </a:r>
            <a:endParaRPr lang="en-GB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71901250-16DC-DCD7-2ECB-78A3868C36D4}"/>
              </a:ext>
            </a:extLst>
          </p:cNvPr>
          <p:cNvSpPr/>
          <p:nvPr/>
        </p:nvSpPr>
        <p:spPr>
          <a:xfrm>
            <a:off x="7274080" y="1319719"/>
            <a:ext cx="204148" cy="193207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EED319A-3AEE-92FB-7329-B633C2D54866}"/>
              </a:ext>
            </a:extLst>
          </p:cNvPr>
          <p:cNvSpPr txBox="1"/>
          <p:nvPr/>
        </p:nvSpPr>
        <p:spPr>
          <a:xfrm>
            <a:off x="2425753" y="324317"/>
            <a:ext cx="7161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EBB818A-9A5D-BEF9-6290-323C0941ABDC}"/>
              </a:ext>
            </a:extLst>
          </p:cNvPr>
          <p:cNvGrpSpPr/>
          <p:nvPr/>
        </p:nvGrpSpPr>
        <p:grpSpPr>
          <a:xfrm>
            <a:off x="243232" y="145824"/>
            <a:ext cx="707659" cy="693692"/>
            <a:chOff x="3923641" y="1771650"/>
            <a:chExt cx="3072140" cy="3120904"/>
          </a:xfrm>
        </p:grpSpPr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467CA5BD-C45D-D105-FC1E-8E244238D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3641" y="1771650"/>
              <a:ext cx="3072140" cy="3120904"/>
            </a:xfrm>
            <a:prstGeom prst="ellipse">
              <a:avLst/>
            </a:prstGeom>
          </p:spPr>
        </p:pic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4345985-FC4D-A746-E068-56C206F86D1B}"/>
                </a:ext>
              </a:extLst>
            </p:cNvPr>
            <p:cNvSpPr/>
            <p:nvPr/>
          </p:nvSpPr>
          <p:spPr>
            <a:xfrm>
              <a:off x="3923641" y="1790699"/>
              <a:ext cx="3072140" cy="3092329"/>
            </a:xfrm>
            <a:prstGeom prst="ellipse">
              <a:avLst/>
            </a:prstGeom>
            <a:noFill/>
            <a:ln w="5397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bg2">
                      <a:lumMod val="10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94255F53-FDF4-8E48-5C8F-4BCCD02FDF0E}"/>
              </a:ext>
            </a:extLst>
          </p:cNvPr>
          <p:cNvSpPr txBox="1"/>
          <p:nvPr/>
        </p:nvSpPr>
        <p:spPr>
          <a:xfrm>
            <a:off x="5679018" y="677037"/>
            <a:ext cx="10170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DESIGN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4738CE7-DBCB-918F-E8B7-CCFC5C26D844}"/>
              </a:ext>
            </a:extLst>
          </p:cNvPr>
          <p:cNvCxnSpPr>
            <a:cxnSpLocks/>
          </p:cNvCxnSpPr>
          <p:nvPr/>
        </p:nvCxnSpPr>
        <p:spPr>
          <a:xfrm>
            <a:off x="0" y="92939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4AF95A49-DE90-CA3A-D99D-B0173E54C312}"/>
              </a:ext>
            </a:extLst>
          </p:cNvPr>
          <p:cNvSpPr txBox="1"/>
          <p:nvPr/>
        </p:nvSpPr>
        <p:spPr>
          <a:xfrm>
            <a:off x="10312891" y="28115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</p:spTree>
    <p:extLst>
      <p:ext uri="{BB962C8B-B14F-4D97-AF65-F5344CB8AC3E}">
        <p14:creationId xmlns:p14="http://schemas.microsoft.com/office/powerpoint/2010/main" val="3480445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F614C-239A-02B8-4DB4-38868A1A0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011349D-E10B-1121-CAA8-7DF9E4724816}"/>
              </a:ext>
            </a:extLst>
          </p:cNvPr>
          <p:cNvSpPr txBox="1"/>
          <p:nvPr/>
        </p:nvSpPr>
        <p:spPr>
          <a:xfrm>
            <a:off x="4467943" y="1287226"/>
            <a:ext cx="34095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GENERATE COURSE MATERIALS</a:t>
            </a:r>
            <a:endParaRPr lang="en-GB" sz="1100" u="sng" spc="300" dirty="0">
              <a:solidFill>
                <a:srgbClr val="FF6600"/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1AF97C-7756-DD76-8F17-A852A93EBE97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8446FB-B6DF-4149-928E-B59413922737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01CC057-B8AC-B6AE-2AE9-41D640A29D0B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8518980-4182-AF48-1C0A-9E73760F5123}"/>
              </a:ext>
            </a:extLst>
          </p:cNvPr>
          <p:cNvGrpSpPr/>
          <p:nvPr/>
        </p:nvGrpSpPr>
        <p:grpSpPr>
          <a:xfrm>
            <a:off x="5190691" y="6654350"/>
            <a:ext cx="3327635" cy="5247"/>
            <a:chOff x="6736189" y="6654350"/>
            <a:chExt cx="3327635" cy="524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F98CA50-1327-D061-D81C-F60E2A0773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209" y="6654350"/>
              <a:ext cx="3319615" cy="5247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0CA911C-D5A0-4750-3AF3-EB9208CBBED6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2CB8AB6-F978-BCE0-9614-66E5DE884A18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AEFE1482-14AE-6B53-9A8F-6035366EBCA7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13BF84B7-6B56-7008-AF26-3B3CBB1E1A9F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2DFA2C5-050A-5974-7AEB-57C1B0A047C6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E8CBB031-9E0B-8449-6016-5B0A7CCA30A3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BCC7E66A-9475-4236-9572-890E6013BD98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09A24CA-F8FE-105F-50EF-34FB69499F3B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2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CCC6601D-6BD2-554D-E456-A6FABCB7360E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4BA085A4-4385-6CEE-7CD9-FED8B3C09770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1FB1C14-CD90-6C95-5C68-1A4669B914F3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6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chemeClr val="bg1">
                      <a:lumMod val="6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586CD11-DC59-2CCF-4781-50742102CFF8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E5245749-1D9A-125A-0516-FABC3C5A451C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8073D97-CD5E-D772-9484-C1CB70A2A009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9A1E99A-A984-667A-632E-50772ACA5F02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BDF15BD-EC06-6A90-009C-E36864DACF07}"/>
              </a:ext>
            </a:extLst>
          </p:cNvPr>
          <p:cNvCxnSpPr>
            <a:cxnSpLocks/>
          </p:cNvCxnSpPr>
          <p:nvPr/>
        </p:nvCxnSpPr>
        <p:spPr>
          <a:xfrm>
            <a:off x="272893" y="2261256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5734BDC-8E21-6522-DD31-84E5C4219B1A}"/>
              </a:ext>
            </a:extLst>
          </p:cNvPr>
          <p:cNvGrpSpPr/>
          <p:nvPr/>
        </p:nvGrpSpPr>
        <p:grpSpPr>
          <a:xfrm>
            <a:off x="199842" y="1999738"/>
            <a:ext cx="1301073" cy="215444"/>
            <a:chOff x="199842" y="2261729"/>
            <a:chExt cx="1301073" cy="21544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09C0522-242E-018A-5EF0-BD0CDA206120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2C8E8BD9-15BD-46E7-BA3A-69B0DBBF94F4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377A3B3-23F1-8A93-FD10-6338BE710FCA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422BFFCA-7746-D299-D954-7EAA90EC9B5E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AC02CE4-1E8A-D588-55A4-9F8C7E7B8EC6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287168D-AABD-6D0E-B144-F57D8E0AC485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9D05411C-2B25-F66E-0F17-50F4B9EB002A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D936ABE-F431-674C-670F-5BAEC351042F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1DC8083-DC66-FC3A-8483-C92A848BFF61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D0C8B1D5-69D6-C562-9155-499DC2F1EF2A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C1B5C9C-F735-08F9-550C-A66D41FFCD9B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47E4D48D-8131-A70D-BADD-2E8D8C6239C1}"/>
              </a:ext>
            </a:extLst>
          </p:cNvPr>
          <p:cNvSpPr txBox="1"/>
          <p:nvPr/>
        </p:nvSpPr>
        <p:spPr>
          <a:xfrm>
            <a:off x="4958768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07245-3032-9E48-1A59-B1CFB22E462C}"/>
              </a:ext>
            </a:extLst>
          </p:cNvPr>
          <p:cNvSpPr txBox="1"/>
          <p:nvPr/>
        </p:nvSpPr>
        <p:spPr>
          <a:xfrm>
            <a:off x="1756644" y="2431357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Type: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B909DD9-C36E-E2E6-52E9-95D0CD13CECC}"/>
              </a:ext>
            </a:extLst>
          </p:cNvPr>
          <p:cNvSpPr/>
          <p:nvPr/>
        </p:nvSpPr>
        <p:spPr>
          <a:xfrm>
            <a:off x="2190226" y="2416013"/>
            <a:ext cx="2303365" cy="204511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95327B99-AAEF-565D-2B2E-B57933851AE3}"/>
              </a:ext>
            </a:extLst>
          </p:cNvPr>
          <p:cNvSpPr/>
          <p:nvPr/>
        </p:nvSpPr>
        <p:spPr>
          <a:xfrm rot="17976276">
            <a:off x="4359201" y="2474592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1E884E-EEF2-B129-2396-E62C34032539}"/>
              </a:ext>
            </a:extLst>
          </p:cNvPr>
          <p:cNvSpPr txBox="1"/>
          <p:nvPr/>
        </p:nvSpPr>
        <p:spPr>
          <a:xfrm>
            <a:off x="4648829" y="2430643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Export Format: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DD1FF1-E68D-94BF-C380-F224CB2D6243}"/>
              </a:ext>
            </a:extLst>
          </p:cNvPr>
          <p:cNvSpPr/>
          <p:nvPr/>
        </p:nvSpPr>
        <p:spPr>
          <a:xfrm>
            <a:off x="5558661" y="2415299"/>
            <a:ext cx="2303365" cy="204511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279A59B-AC2E-702F-3250-2184093CC7E2}"/>
              </a:ext>
            </a:extLst>
          </p:cNvPr>
          <p:cNvSpPr/>
          <p:nvPr/>
        </p:nvSpPr>
        <p:spPr>
          <a:xfrm rot="17976276">
            <a:off x="7727636" y="2473878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5659CA-9171-F822-D714-A11ADC4059B2}"/>
              </a:ext>
            </a:extLst>
          </p:cNvPr>
          <p:cNvSpPr txBox="1"/>
          <p:nvPr/>
        </p:nvSpPr>
        <p:spPr>
          <a:xfrm>
            <a:off x="7962850" y="2430643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Days: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709B39-8121-C152-F170-DD622AB4CF3E}"/>
              </a:ext>
            </a:extLst>
          </p:cNvPr>
          <p:cNvSpPr/>
          <p:nvPr/>
        </p:nvSpPr>
        <p:spPr>
          <a:xfrm>
            <a:off x="8358333" y="2415300"/>
            <a:ext cx="632006" cy="203796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DB48368-9272-8DA4-C708-26DBC3B62F4D}"/>
              </a:ext>
            </a:extLst>
          </p:cNvPr>
          <p:cNvSpPr/>
          <p:nvPr/>
        </p:nvSpPr>
        <p:spPr>
          <a:xfrm rot="17976276">
            <a:off x="8869957" y="2473878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4FCA0F-76AC-1425-7DDA-1E6000FC6090}"/>
              </a:ext>
            </a:extLst>
          </p:cNvPr>
          <p:cNvSpPr txBox="1"/>
          <p:nvPr/>
        </p:nvSpPr>
        <p:spPr>
          <a:xfrm>
            <a:off x="9121369" y="2430643"/>
            <a:ext cx="632007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732DF8C-26B2-33B1-81B5-C5D682224270}"/>
              </a:ext>
            </a:extLst>
          </p:cNvPr>
          <p:cNvSpPr/>
          <p:nvPr/>
        </p:nvSpPr>
        <p:spPr>
          <a:xfrm>
            <a:off x="9697827" y="2415300"/>
            <a:ext cx="632006" cy="203796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17950395-5DAE-7504-06B2-E073FAEEC32B}"/>
              </a:ext>
            </a:extLst>
          </p:cNvPr>
          <p:cNvSpPr/>
          <p:nvPr/>
        </p:nvSpPr>
        <p:spPr>
          <a:xfrm rot="17976276">
            <a:off x="10209451" y="2473878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6182378-1B4F-7794-1EDC-19336E861840}"/>
              </a:ext>
            </a:extLst>
          </p:cNvPr>
          <p:cNvGrpSpPr/>
          <p:nvPr/>
        </p:nvGrpSpPr>
        <p:grpSpPr>
          <a:xfrm>
            <a:off x="4524912" y="4993985"/>
            <a:ext cx="1324587" cy="413329"/>
            <a:chOff x="5885838" y="3149016"/>
            <a:chExt cx="1324587" cy="41332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EDFF537-A2B4-FBD5-60F1-DA2963F05FF7}"/>
                </a:ext>
              </a:extLst>
            </p:cNvPr>
            <p:cNvSpPr/>
            <p:nvPr/>
          </p:nvSpPr>
          <p:spPr>
            <a:xfrm>
              <a:off x="5885838" y="3149016"/>
              <a:ext cx="1324587" cy="413329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rgbClr val="D65700"/>
                </a:gs>
                <a:gs pos="100000">
                  <a:srgbClr val="763000"/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633C30B-A9DE-7C29-EF69-4FA7965B4B56}"/>
                </a:ext>
              </a:extLst>
            </p:cNvPr>
            <p:cNvSpPr txBox="1"/>
            <p:nvPr/>
          </p:nvSpPr>
          <p:spPr>
            <a:xfrm>
              <a:off x="6050863" y="3241868"/>
              <a:ext cx="10357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spc="200" dirty="0">
                  <a:solidFill>
                    <a:schemeClr val="bg1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GENERATE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25CA487-F7BF-78FC-D182-0983729B3825}"/>
              </a:ext>
            </a:extLst>
          </p:cNvPr>
          <p:cNvGrpSpPr/>
          <p:nvPr/>
        </p:nvGrpSpPr>
        <p:grpSpPr>
          <a:xfrm>
            <a:off x="6600499" y="4993504"/>
            <a:ext cx="1324587" cy="413329"/>
            <a:chOff x="5885838" y="3149016"/>
            <a:chExt cx="1324587" cy="413329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C87100E-EF49-04CD-50C8-12800DF50E3C}"/>
                </a:ext>
              </a:extLst>
            </p:cNvPr>
            <p:cNvSpPr/>
            <p:nvPr/>
          </p:nvSpPr>
          <p:spPr>
            <a:xfrm>
              <a:off x="5885838" y="3149016"/>
              <a:ext cx="1324587" cy="413329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BBCE2C2-E1A3-6F4F-20EB-ADE34B64C3CD}"/>
                </a:ext>
              </a:extLst>
            </p:cNvPr>
            <p:cNvSpPr txBox="1"/>
            <p:nvPr/>
          </p:nvSpPr>
          <p:spPr>
            <a:xfrm>
              <a:off x="6050863" y="3241868"/>
              <a:ext cx="10357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spc="200" dirty="0">
                  <a:solidFill>
                    <a:schemeClr val="bg1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VIEW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A6569D4-6DED-9FB3-C1E1-9F8DFC639731}"/>
              </a:ext>
            </a:extLst>
          </p:cNvPr>
          <p:cNvSpPr txBox="1"/>
          <p:nvPr/>
        </p:nvSpPr>
        <p:spPr>
          <a:xfrm>
            <a:off x="2801155" y="5565276"/>
            <a:ext cx="6991925" cy="18845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Presentation			Days 1-3				</a:t>
            </a:r>
            <a:r>
              <a:rPr lang="en-GB" sz="600" spc="150" dirty="0">
                <a:solidFill>
                  <a:srgbClr val="D657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Generated</a:t>
            </a:r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			Exported to PPTX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D733AF2-713D-9CA5-3346-D0C39C6F9BD0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EF58FA-F570-35A9-8D76-3CF88FBB20D6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FCF06DF-B034-70FB-12D5-5D9A78421DB2}"/>
              </a:ext>
            </a:extLst>
          </p:cNvPr>
          <p:cNvSpPr/>
          <p:nvPr/>
        </p:nvSpPr>
        <p:spPr>
          <a:xfrm>
            <a:off x="3542074" y="3021338"/>
            <a:ext cx="5337543" cy="1764703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9D96E-FDC2-82C7-E181-443F8AF51486}"/>
              </a:ext>
            </a:extLst>
          </p:cNvPr>
          <p:cNvSpPr txBox="1"/>
          <p:nvPr/>
        </p:nvSpPr>
        <p:spPr>
          <a:xfrm>
            <a:off x="5694600" y="2780576"/>
            <a:ext cx="802800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9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Preview: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39EF30-00BF-480A-06A3-AE75E5D24457}"/>
              </a:ext>
            </a:extLst>
          </p:cNvPr>
          <p:cNvSpPr/>
          <p:nvPr/>
        </p:nvSpPr>
        <p:spPr>
          <a:xfrm>
            <a:off x="7717368" y="1316827"/>
            <a:ext cx="204148" cy="193207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F586B1-7932-3E80-5EB5-86022265B825}"/>
              </a:ext>
            </a:extLst>
          </p:cNvPr>
          <p:cNvSpPr txBox="1"/>
          <p:nvPr/>
        </p:nvSpPr>
        <p:spPr>
          <a:xfrm>
            <a:off x="10312891" y="28115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88867A-A409-5F03-F5C3-0A3C9E389531}"/>
              </a:ext>
            </a:extLst>
          </p:cNvPr>
          <p:cNvSpPr txBox="1"/>
          <p:nvPr/>
        </p:nvSpPr>
        <p:spPr>
          <a:xfrm>
            <a:off x="10312891" y="28115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AEBFE1-8573-3E44-B70F-F1E0DFCF7358}"/>
              </a:ext>
            </a:extLst>
          </p:cNvPr>
          <p:cNvSpPr txBox="1"/>
          <p:nvPr/>
        </p:nvSpPr>
        <p:spPr>
          <a:xfrm>
            <a:off x="2425753" y="324317"/>
            <a:ext cx="7161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57AC88A-7B9C-53BF-B16C-BF1B5E1EFDE3}"/>
              </a:ext>
            </a:extLst>
          </p:cNvPr>
          <p:cNvGrpSpPr/>
          <p:nvPr/>
        </p:nvGrpSpPr>
        <p:grpSpPr>
          <a:xfrm>
            <a:off x="243232" y="145824"/>
            <a:ext cx="707659" cy="693692"/>
            <a:chOff x="3923641" y="1771650"/>
            <a:chExt cx="3072140" cy="3120904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806B99BA-90DE-8755-1C45-B1B8A4E24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3641" y="1771650"/>
              <a:ext cx="3072140" cy="3120904"/>
            </a:xfrm>
            <a:prstGeom prst="ellipse">
              <a:avLst/>
            </a:prstGeom>
          </p:spPr>
        </p:pic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99180BA-1E8C-257E-F08A-2EBD59B66764}"/>
                </a:ext>
              </a:extLst>
            </p:cNvPr>
            <p:cNvSpPr/>
            <p:nvPr/>
          </p:nvSpPr>
          <p:spPr>
            <a:xfrm>
              <a:off x="3923641" y="1790699"/>
              <a:ext cx="3072140" cy="3092329"/>
            </a:xfrm>
            <a:prstGeom prst="ellipse">
              <a:avLst/>
            </a:prstGeom>
            <a:noFill/>
            <a:ln w="5397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bg2">
                      <a:lumMod val="10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9425CE87-2E00-20AF-5E79-D09DA0E2714F}"/>
              </a:ext>
            </a:extLst>
          </p:cNvPr>
          <p:cNvSpPr txBox="1"/>
          <p:nvPr/>
        </p:nvSpPr>
        <p:spPr>
          <a:xfrm>
            <a:off x="5679018" y="677037"/>
            <a:ext cx="10170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spc="2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DESIGN</a:t>
            </a:r>
            <a:endParaRPr lang="en-GB" sz="1400" spc="200" dirty="0"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45A6F6B-3EF0-1959-0312-D157E2751DE7}"/>
              </a:ext>
            </a:extLst>
          </p:cNvPr>
          <p:cNvCxnSpPr>
            <a:cxnSpLocks/>
          </p:cNvCxnSpPr>
          <p:nvPr/>
        </p:nvCxnSpPr>
        <p:spPr>
          <a:xfrm>
            <a:off x="0" y="929392"/>
            <a:ext cx="12192000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670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9404-181B-B956-EAEB-342BC7431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3AFC69-F7A5-5694-E479-4D623FD269ED}"/>
              </a:ext>
            </a:extLst>
          </p:cNvPr>
          <p:cNvSpPr txBox="1"/>
          <p:nvPr/>
        </p:nvSpPr>
        <p:spPr>
          <a:xfrm>
            <a:off x="2692168" y="1309001"/>
            <a:ext cx="7251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6556E3C-89EC-6FCC-7743-75E1D26DA8A0}"/>
              </a:ext>
            </a:extLst>
          </p:cNvPr>
          <p:cNvCxnSpPr>
            <a:cxnSpLocks/>
          </p:cNvCxnSpPr>
          <p:nvPr/>
        </p:nvCxnSpPr>
        <p:spPr>
          <a:xfrm>
            <a:off x="936000" y="1703265"/>
            <a:ext cx="10333062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8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3C817C6-B710-9E54-B52E-E450F2026C59}"/>
              </a:ext>
            </a:extLst>
          </p:cNvPr>
          <p:cNvGrpSpPr/>
          <p:nvPr/>
        </p:nvGrpSpPr>
        <p:grpSpPr>
          <a:xfrm>
            <a:off x="5327920" y="2690358"/>
            <a:ext cx="1536159" cy="1477283"/>
            <a:chOff x="3923641" y="1771650"/>
            <a:chExt cx="3072140" cy="312090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0E7C5F2D-474D-4657-FECE-283520BB8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23641" y="1771650"/>
              <a:ext cx="3072140" cy="3120904"/>
            </a:xfrm>
            <a:prstGeom prst="ellipse">
              <a:avLst/>
            </a:prstGeom>
          </p:spPr>
        </p:pic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B308D5E-5118-2BA8-0428-54F5AA2D28F8}"/>
                </a:ext>
              </a:extLst>
            </p:cNvPr>
            <p:cNvSpPr/>
            <p:nvPr/>
          </p:nvSpPr>
          <p:spPr>
            <a:xfrm>
              <a:off x="3923641" y="1790699"/>
              <a:ext cx="3072140" cy="3092329"/>
            </a:xfrm>
            <a:prstGeom prst="ellipse">
              <a:avLst/>
            </a:prstGeom>
            <a:noFill/>
            <a:ln w="5397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1"/>
                  </a:gs>
                  <a:gs pos="83000">
                    <a:schemeClr val="bg2">
                      <a:lumMod val="10000"/>
                    </a:schemeClr>
                  </a:gs>
                  <a:gs pos="100000">
                    <a:schemeClr val="bg2">
                      <a:lumMod val="25000"/>
                    </a:schemeClr>
                  </a:gs>
                </a:gsLst>
                <a:path path="rect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164517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7380</TotalTime>
  <Words>862</Words>
  <Application>Microsoft Office PowerPoint</Application>
  <PresentationFormat>Widescreen</PresentationFormat>
  <Paragraphs>338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Candara</vt:lpstr>
      <vt:lpstr>Cascadia Code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Dodds</dc:creator>
  <cp:lastModifiedBy>Matthew Dodds</cp:lastModifiedBy>
  <cp:revision>3</cp:revision>
  <dcterms:created xsi:type="dcterms:W3CDTF">2025-11-29T21:31:12Z</dcterms:created>
  <dcterms:modified xsi:type="dcterms:W3CDTF">2025-12-12T01:05:03Z</dcterms:modified>
</cp:coreProperties>
</file>